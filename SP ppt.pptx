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39"/>
  </p:notesMasterIdLst>
  <p:sldIdLst>
    <p:sldId id="256" r:id="rId2"/>
    <p:sldId id="264" r:id="rId3"/>
    <p:sldId id="268" r:id="rId4"/>
    <p:sldId id="266" r:id="rId5"/>
    <p:sldId id="267" r:id="rId6"/>
    <p:sldId id="269" r:id="rId7"/>
    <p:sldId id="271" r:id="rId8"/>
    <p:sldId id="258" r:id="rId9"/>
    <p:sldId id="257" r:id="rId10"/>
    <p:sldId id="259" r:id="rId11"/>
    <p:sldId id="260" r:id="rId12"/>
    <p:sldId id="261" r:id="rId13"/>
    <p:sldId id="262" r:id="rId14"/>
    <p:sldId id="272" r:id="rId15"/>
    <p:sldId id="263" r:id="rId16"/>
    <p:sldId id="273" r:id="rId17"/>
    <p:sldId id="274" r:id="rId18"/>
    <p:sldId id="281" r:id="rId19"/>
    <p:sldId id="275" r:id="rId20"/>
    <p:sldId id="280" r:id="rId21"/>
    <p:sldId id="279" r:id="rId22"/>
    <p:sldId id="278" r:id="rId23"/>
    <p:sldId id="277" r:id="rId24"/>
    <p:sldId id="276" r:id="rId25"/>
    <p:sldId id="282" r:id="rId26"/>
    <p:sldId id="283" r:id="rId27"/>
    <p:sldId id="284" r:id="rId28"/>
    <p:sldId id="29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47"/>
    <p:restoredTop sz="94719"/>
  </p:normalViewPr>
  <p:slideViewPr>
    <p:cSldViewPr snapToGrid="0">
      <p:cViewPr>
        <p:scale>
          <a:sx n="84" d="100"/>
          <a:sy n="84" d="100"/>
        </p:scale>
        <p:origin x="2752" y="1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37B9D6-AACA-457D-804B-B5BB8751ADA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6F5D415-5C4C-42B3-865E-6135BB83A8F5}">
      <dgm:prSet/>
      <dgm:spPr/>
      <dgm:t>
        <a:bodyPr/>
        <a:lstStyle/>
        <a:p>
          <a:r>
            <a:rPr lang="en-IN"/>
            <a:t>To distinguish we need to Compare the Nature of FFTs of given samples with the Test Samples and Identify the Bird</a:t>
          </a:r>
          <a:endParaRPr lang="en-US"/>
        </a:p>
      </dgm:t>
    </dgm:pt>
    <dgm:pt modelId="{1C68AAB3-D8C9-4D11-8A7D-3324FFFA6E8E}" type="parTrans" cxnId="{AD186560-3DD0-44F6-93FB-3F77EC695631}">
      <dgm:prSet/>
      <dgm:spPr/>
      <dgm:t>
        <a:bodyPr/>
        <a:lstStyle/>
        <a:p>
          <a:endParaRPr lang="en-US"/>
        </a:p>
      </dgm:t>
    </dgm:pt>
    <dgm:pt modelId="{87E7439A-0200-41CB-98AA-23475948FE9D}" type="sibTrans" cxnId="{AD186560-3DD0-44F6-93FB-3F77EC695631}">
      <dgm:prSet/>
      <dgm:spPr/>
      <dgm:t>
        <a:bodyPr/>
        <a:lstStyle/>
        <a:p>
          <a:endParaRPr lang="en-US"/>
        </a:p>
      </dgm:t>
    </dgm:pt>
    <dgm:pt modelId="{00667AD8-0163-442E-8534-B5E91EE367E0}">
      <dgm:prSet/>
      <dgm:spPr/>
      <dgm:t>
        <a:bodyPr/>
        <a:lstStyle/>
        <a:p>
          <a:r>
            <a:rPr lang="en-IN" dirty="0"/>
            <a:t>So by </a:t>
          </a:r>
          <a:r>
            <a:rPr lang="en-IN" dirty="0" err="1"/>
            <a:t>oberseving</a:t>
          </a:r>
          <a:r>
            <a:rPr lang="en-IN" dirty="0"/>
            <a:t> the FFTs we can Differentiate them on the basis of Peaks</a:t>
          </a:r>
          <a:endParaRPr lang="en-US" dirty="0"/>
        </a:p>
      </dgm:t>
    </dgm:pt>
    <dgm:pt modelId="{0788FFBD-B275-4738-A3E7-F22643A9486F}" type="parTrans" cxnId="{64DDC248-9A2B-44ED-963A-B8777113C701}">
      <dgm:prSet/>
      <dgm:spPr/>
      <dgm:t>
        <a:bodyPr/>
        <a:lstStyle/>
        <a:p>
          <a:endParaRPr lang="en-US"/>
        </a:p>
      </dgm:t>
    </dgm:pt>
    <dgm:pt modelId="{7798BD75-92BD-4327-8590-E0E722D2B8A3}" type="sibTrans" cxnId="{64DDC248-9A2B-44ED-963A-B8777113C701}">
      <dgm:prSet/>
      <dgm:spPr/>
      <dgm:t>
        <a:bodyPr/>
        <a:lstStyle/>
        <a:p>
          <a:endParaRPr lang="en-US"/>
        </a:p>
      </dgm:t>
    </dgm:pt>
    <dgm:pt modelId="{0A45A634-24DF-46DE-8FFA-BD5E5665C5AB}">
      <dgm:prSet/>
      <dgm:spPr/>
      <dgm:t>
        <a:bodyPr/>
        <a:lstStyle/>
        <a:p>
          <a:r>
            <a:rPr lang="en-IN" dirty="0"/>
            <a:t>We normalise the FFT magnitude and Analyse no. of peaks above a certain threshold.</a:t>
          </a:r>
          <a:endParaRPr lang="en-US" dirty="0"/>
        </a:p>
      </dgm:t>
    </dgm:pt>
    <dgm:pt modelId="{75B360FC-D112-4DAA-9DF3-5E50C0EC6F20}" type="parTrans" cxnId="{21B6C493-BFDC-414C-8A5A-DAA40E31C744}">
      <dgm:prSet/>
      <dgm:spPr/>
      <dgm:t>
        <a:bodyPr/>
        <a:lstStyle/>
        <a:p>
          <a:endParaRPr lang="en-US"/>
        </a:p>
      </dgm:t>
    </dgm:pt>
    <dgm:pt modelId="{8152285F-EC88-404B-8326-585322BAC943}" type="sibTrans" cxnId="{21B6C493-BFDC-414C-8A5A-DAA40E31C744}">
      <dgm:prSet/>
      <dgm:spPr/>
      <dgm:t>
        <a:bodyPr/>
        <a:lstStyle/>
        <a:p>
          <a:endParaRPr lang="en-US"/>
        </a:p>
      </dgm:t>
    </dgm:pt>
    <dgm:pt modelId="{689243C9-471E-7244-AF40-67D502E4DFAE}" type="pres">
      <dgm:prSet presAssocID="{7737B9D6-AACA-457D-804B-B5BB8751ADA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15DD8DB-D81D-8544-8D19-A6A60E74A7BD}" type="pres">
      <dgm:prSet presAssocID="{26F5D415-5C4C-42B3-865E-6135BB83A8F5}" presName="hierRoot1" presStyleCnt="0"/>
      <dgm:spPr/>
    </dgm:pt>
    <dgm:pt modelId="{4FF7ED4C-4761-214E-AA5F-B993D1C2D9D9}" type="pres">
      <dgm:prSet presAssocID="{26F5D415-5C4C-42B3-865E-6135BB83A8F5}" presName="composite" presStyleCnt="0"/>
      <dgm:spPr/>
    </dgm:pt>
    <dgm:pt modelId="{65491A91-67B9-D245-8573-93ECEFF57078}" type="pres">
      <dgm:prSet presAssocID="{26F5D415-5C4C-42B3-865E-6135BB83A8F5}" presName="background" presStyleLbl="node0" presStyleIdx="0" presStyleCnt="3"/>
      <dgm:spPr/>
    </dgm:pt>
    <dgm:pt modelId="{7517FA45-A598-0A48-BAA4-1D42F26B1AFE}" type="pres">
      <dgm:prSet presAssocID="{26F5D415-5C4C-42B3-865E-6135BB83A8F5}" presName="text" presStyleLbl="fgAcc0" presStyleIdx="0" presStyleCnt="3">
        <dgm:presLayoutVars>
          <dgm:chPref val="3"/>
        </dgm:presLayoutVars>
      </dgm:prSet>
      <dgm:spPr/>
    </dgm:pt>
    <dgm:pt modelId="{EB7D77CD-1B71-BD4B-93F4-BE1696872901}" type="pres">
      <dgm:prSet presAssocID="{26F5D415-5C4C-42B3-865E-6135BB83A8F5}" presName="hierChild2" presStyleCnt="0"/>
      <dgm:spPr/>
    </dgm:pt>
    <dgm:pt modelId="{2E7AC68B-14D5-BA4D-9C0E-0B7A1B62C596}" type="pres">
      <dgm:prSet presAssocID="{00667AD8-0163-442E-8534-B5E91EE367E0}" presName="hierRoot1" presStyleCnt="0"/>
      <dgm:spPr/>
    </dgm:pt>
    <dgm:pt modelId="{1A981D0D-E460-6F42-A77E-5C865FBBA3E6}" type="pres">
      <dgm:prSet presAssocID="{00667AD8-0163-442E-8534-B5E91EE367E0}" presName="composite" presStyleCnt="0"/>
      <dgm:spPr/>
    </dgm:pt>
    <dgm:pt modelId="{1C8E5251-56D4-5441-9285-A69E9751F5A4}" type="pres">
      <dgm:prSet presAssocID="{00667AD8-0163-442E-8534-B5E91EE367E0}" presName="background" presStyleLbl="node0" presStyleIdx="1" presStyleCnt="3"/>
      <dgm:spPr/>
    </dgm:pt>
    <dgm:pt modelId="{2740F2ED-B734-8540-A931-6CFCD044C807}" type="pres">
      <dgm:prSet presAssocID="{00667AD8-0163-442E-8534-B5E91EE367E0}" presName="text" presStyleLbl="fgAcc0" presStyleIdx="1" presStyleCnt="3">
        <dgm:presLayoutVars>
          <dgm:chPref val="3"/>
        </dgm:presLayoutVars>
      </dgm:prSet>
      <dgm:spPr/>
    </dgm:pt>
    <dgm:pt modelId="{BBC3A774-847F-0D43-A004-C7912C2617ED}" type="pres">
      <dgm:prSet presAssocID="{00667AD8-0163-442E-8534-B5E91EE367E0}" presName="hierChild2" presStyleCnt="0"/>
      <dgm:spPr/>
    </dgm:pt>
    <dgm:pt modelId="{E51050A1-B09E-E546-9558-5A6D7ED7DBDA}" type="pres">
      <dgm:prSet presAssocID="{0A45A634-24DF-46DE-8FFA-BD5E5665C5AB}" presName="hierRoot1" presStyleCnt="0"/>
      <dgm:spPr/>
    </dgm:pt>
    <dgm:pt modelId="{F82E95AD-B35F-EF44-8EE5-86D10537B1A9}" type="pres">
      <dgm:prSet presAssocID="{0A45A634-24DF-46DE-8FFA-BD5E5665C5AB}" presName="composite" presStyleCnt="0"/>
      <dgm:spPr/>
    </dgm:pt>
    <dgm:pt modelId="{04D58D28-3560-6840-A8F3-DF7110EBFB11}" type="pres">
      <dgm:prSet presAssocID="{0A45A634-24DF-46DE-8FFA-BD5E5665C5AB}" presName="background" presStyleLbl="node0" presStyleIdx="2" presStyleCnt="3"/>
      <dgm:spPr/>
    </dgm:pt>
    <dgm:pt modelId="{F8DF32E2-D128-F94E-9867-45B0F7EC459B}" type="pres">
      <dgm:prSet presAssocID="{0A45A634-24DF-46DE-8FFA-BD5E5665C5AB}" presName="text" presStyleLbl="fgAcc0" presStyleIdx="2" presStyleCnt="3">
        <dgm:presLayoutVars>
          <dgm:chPref val="3"/>
        </dgm:presLayoutVars>
      </dgm:prSet>
      <dgm:spPr/>
    </dgm:pt>
    <dgm:pt modelId="{6881FD12-80B0-6549-8E76-A614C98AE67A}" type="pres">
      <dgm:prSet presAssocID="{0A45A634-24DF-46DE-8FFA-BD5E5665C5AB}" presName="hierChild2" presStyleCnt="0"/>
      <dgm:spPr/>
    </dgm:pt>
  </dgm:ptLst>
  <dgm:cxnLst>
    <dgm:cxn modelId="{858E483F-C45A-FC4F-A6AD-FADA94B6CEBA}" type="presOf" srcId="{26F5D415-5C4C-42B3-865E-6135BB83A8F5}" destId="{7517FA45-A598-0A48-BAA4-1D42F26B1AFE}" srcOrd="0" destOrd="0" presId="urn:microsoft.com/office/officeart/2005/8/layout/hierarchy1"/>
    <dgm:cxn modelId="{64DDC248-9A2B-44ED-963A-B8777113C701}" srcId="{7737B9D6-AACA-457D-804B-B5BB8751ADA4}" destId="{00667AD8-0163-442E-8534-B5E91EE367E0}" srcOrd="1" destOrd="0" parTransId="{0788FFBD-B275-4738-A3E7-F22643A9486F}" sibTransId="{7798BD75-92BD-4327-8590-E0E722D2B8A3}"/>
    <dgm:cxn modelId="{AD186560-3DD0-44F6-93FB-3F77EC695631}" srcId="{7737B9D6-AACA-457D-804B-B5BB8751ADA4}" destId="{26F5D415-5C4C-42B3-865E-6135BB83A8F5}" srcOrd="0" destOrd="0" parTransId="{1C68AAB3-D8C9-4D11-8A7D-3324FFFA6E8E}" sibTransId="{87E7439A-0200-41CB-98AA-23475948FE9D}"/>
    <dgm:cxn modelId="{9D248993-5C1E-D74C-B366-504F7F86D50F}" type="presOf" srcId="{0A45A634-24DF-46DE-8FFA-BD5E5665C5AB}" destId="{F8DF32E2-D128-F94E-9867-45B0F7EC459B}" srcOrd="0" destOrd="0" presId="urn:microsoft.com/office/officeart/2005/8/layout/hierarchy1"/>
    <dgm:cxn modelId="{21B6C493-BFDC-414C-8A5A-DAA40E31C744}" srcId="{7737B9D6-AACA-457D-804B-B5BB8751ADA4}" destId="{0A45A634-24DF-46DE-8FFA-BD5E5665C5AB}" srcOrd="2" destOrd="0" parTransId="{75B360FC-D112-4DAA-9DF3-5E50C0EC6F20}" sibTransId="{8152285F-EC88-404B-8326-585322BAC943}"/>
    <dgm:cxn modelId="{07E1CDA0-564F-3E48-A5C3-2B8B918FE82E}" type="presOf" srcId="{7737B9D6-AACA-457D-804B-B5BB8751ADA4}" destId="{689243C9-471E-7244-AF40-67D502E4DFAE}" srcOrd="0" destOrd="0" presId="urn:microsoft.com/office/officeart/2005/8/layout/hierarchy1"/>
    <dgm:cxn modelId="{D74DCDAA-3374-F046-B680-5BB11D8CDA1C}" type="presOf" srcId="{00667AD8-0163-442E-8534-B5E91EE367E0}" destId="{2740F2ED-B734-8540-A931-6CFCD044C807}" srcOrd="0" destOrd="0" presId="urn:microsoft.com/office/officeart/2005/8/layout/hierarchy1"/>
    <dgm:cxn modelId="{85562182-8EBE-374C-8917-CBDF00BE73FD}" type="presParOf" srcId="{689243C9-471E-7244-AF40-67D502E4DFAE}" destId="{115DD8DB-D81D-8544-8D19-A6A60E74A7BD}" srcOrd="0" destOrd="0" presId="urn:microsoft.com/office/officeart/2005/8/layout/hierarchy1"/>
    <dgm:cxn modelId="{7BC46622-F05D-224F-B18C-1A19DE15F34F}" type="presParOf" srcId="{115DD8DB-D81D-8544-8D19-A6A60E74A7BD}" destId="{4FF7ED4C-4761-214E-AA5F-B993D1C2D9D9}" srcOrd="0" destOrd="0" presId="urn:microsoft.com/office/officeart/2005/8/layout/hierarchy1"/>
    <dgm:cxn modelId="{1C6BF6AF-044E-B145-9D5A-009BA1DDE436}" type="presParOf" srcId="{4FF7ED4C-4761-214E-AA5F-B993D1C2D9D9}" destId="{65491A91-67B9-D245-8573-93ECEFF57078}" srcOrd="0" destOrd="0" presId="urn:microsoft.com/office/officeart/2005/8/layout/hierarchy1"/>
    <dgm:cxn modelId="{3CE952C5-392B-FF47-9E45-2E35433AB5D6}" type="presParOf" srcId="{4FF7ED4C-4761-214E-AA5F-B993D1C2D9D9}" destId="{7517FA45-A598-0A48-BAA4-1D42F26B1AFE}" srcOrd="1" destOrd="0" presId="urn:microsoft.com/office/officeart/2005/8/layout/hierarchy1"/>
    <dgm:cxn modelId="{CDECC991-2B5B-8F4A-B67A-57CBC6D24146}" type="presParOf" srcId="{115DD8DB-D81D-8544-8D19-A6A60E74A7BD}" destId="{EB7D77CD-1B71-BD4B-93F4-BE1696872901}" srcOrd="1" destOrd="0" presId="urn:microsoft.com/office/officeart/2005/8/layout/hierarchy1"/>
    <dgm:cxn modelId="{8F23564A-F0F3-7741-89A5-3FC42CB01E87}" type="presParOf" srcId="{689243C9-471E-7244-AF40-67D502E4DFAE}" destId="{2E7AC68B-14D5-BA4D-9C0E-0B7A1B62C596}" srcOrd="1" destOrd="0" presId="urn:microsoft.com/office/officeart/2005/8/layout/hierarchy1"/>
    <dgm:cxn modelId="{0A079869-DCBD-1E4A-BC2A-A4DE9466C276}" type="presParOf" srcId="{2E7AC68B-14D5-BA4D-9C0E-0B7A1B62C596}" destId="{1A981D0D-E460-6F42-A77E-5C865FBBA3E6}" srcOrd="0" destOrd="0" presId="urn:microsoft.com/office/officeart/2005/8/layout/hierarchy1"/>
    <dgm:cxn modelId="{C0618640-7ABB-1649-ACC2-B73A00BA87ED}" type="presParOf" srcId="{1A981D0D-E460-6F42-A77E-5C865FBBA3E6}" destId="{1C8E5251-56D4-5441-9285-A69E9751F5A4}" srcOrd="0" destOrd="0" presId="urn:microsoft.com/office/officeart/2005/8/layout/hierarchy1"/>
    <dgm:cxn modelId="{9FE643D8-B118-8B4C-9F5E-F85115E60229}" type="presParOf" srcId="{1A981D0D-E460-6F42-A77E-5C865FBBA3E6}" destId="{2740F2ED-B734-8540-A931-6CFCD044C807}" srcOrd="1" destOrd="0" presId="urn:microsoft.com/office/officeart/2005/8/layout/hierarchy1"/>
    <dgm:cxn modelId="{62F4BD13-0E77-EC47-8F28-E7CF1C32A8A5}" type="presParOf" srcId="{2E7AC68B-14D5-BA4D-9C0E-0B7A1B62C596}" destId="{BBC3A774-847F-0D43-A004-C7912C2617ED}" srcOrd="1" destOrd="0" presId="urn:microsoft.com/office/officeart/2005/8/layout/hierarchy1"/>
    <dgm:cxn modelId="{3B0428B2-0DB7-894D-AAA1-B026BE8FAA04}" type="presParOf" srcId="{689243C9-471E-7244-AF40-67D502E4DFAE}" destId="{E51050A1-B09E-E546-9558-5A6D7ED7DBDA}" srcOrd="2" destOrd="0" presId="urn:microsoft.com/office/officeart/2005/8/layout/hierarchy1"/>
    <dgm:cxn modelId="{D70106BA-7018-5743-BBF0-87BCDCA7760F}" type="presParOf" srcId="{E51050A1-B09E-E546-9558-5A6D7ED7DBDA}" destId="{F82E95AD-B35F-EF44-8EE5-86D10537B1A9}" srcOrd="0" destOrd="0" presId="urn:microsoft.com/office/officeart/2005/8/layout/hierarchy1"/>
    <dgm:cxn modelId="{975FA5CB-53CC-7542-826D-E1792AA9850A}" type="presParOf" srcId="{F82E95AD-B35F-EF44-8EE5-86D10537B1A9}" destId="{04D58D28-3560-6840-A8F3-DF7110EBFB11}" srcOrd="0" destOrd="0" presId="urn:microsoft.com/office/officeart/2005/8/layout/hierarchy1"/>
    <dgm:cxn modelId="{0202843F-9899-7949-9013-144A29DC86BB}" type="presParOf" srcId="{F82E95AD-B35F-EF44-8EE5-86D10537B1A9}" destId="{F8DF32E2-D128-F94E-9867-45B0F7EC459B}" srcOrd="1" destOrd="0" presId="urn:microsoft.com/office/officeart/2005/8/layout/hierarchy1"/>
    <dgm:cxn modelId="{A0EF892C-9BAF-A344-B396-05A28C12DAF3}" type="presParOf" srcId="{E51050A1-B09E-E546-9558-5A6D7ED7DBDA}" destId="{6881FD12-80B0-6549-8E76-A614C98AE67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AFC76D-62C0-4093-A4AA-3BFBA5CC1E5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89CB18B-BC07-45CA-ACB8-8FA7ECA6CC45}">
      <dgm:prSet/>
      <dgm:spPr/>
      <dgm:t>
        <a:bodyPr/>
        <a:lstStyle/>
        <a:p>
          <a:r>
            <a:rPr lang="en-US"/>
            <a:t>To help with this task, we made a function named ECG_HRConverter.</a:t>
          </a:r>
        </a:p>
      </dgm:t>
    </dgm:pt>
    <dgm:pt modelId="{A85DD5A2-8C36-4E25-AB6E-7CC74AEC8D11}" type="parTrans" cxnId="{381CB582-0AFD-464F-A868-626D59EE67E7}">
      <dgm:prSet/>
      <dgm:spPr/>
      <dgm:t>
        <a:bodyPr/>
        <a:lstStyle/>
        <a:p>
          <a:endParaRPr lang="en-US"/>
        </a:p>
      </dgm:t>
    </dgm:pt>
    <dgm:pt modelId="{7849319D-33DB-45B4-85CD-29FEDBC39E9A}" type="sibTrans" cxnId="{381CB582-0AFD-464F-A868-626D59EE67E7}">
      <dgm:prSet/>
      <dgm:spPr/>
      <dgm:t>
        <a:bodyPr/>
        <a:lstStyle/>
        <a:p>
          <a:endParaRPr lang="en-US"/>
        </a:p>
      </dgm:t>
    </dgm:pt>
    <dgm:pt modelId="{BBD09E85-3982-410A-93B1-9E8568FF83DD}">
      <dgm:prSet/>
      <dgm:spPr/>
      <dgm:t>
        <a:bodyPr/>
        <a:lstStyle/>
        <a:p>
          <a:r>
            <a:rPr lang="en-US"/>
            <a:t>This function finds R peaks using findpeaks function in matlab and then calculates the heart rate.</a:t>
          </a:r>
        </a:p>
      </dgm:t>
    </dgm:pt>
    <dgm:pt modelId="{F5490C7B-4835-48F0-A642-29144E292653}" type="parTrans" cxnId="{0693E60E-3A20-4C41-BD38-851817177D8C}">
      <dgm:prSet/>
      <dgm:spPr/>
      <dgm:t>
        <a:bodyPr/>
        <a:lstStyle/>
        <a:p>
          <a:endParaRPr lang="en-US"/>
        </a:p>
      </dgm:t>
    </dgm:pt>
    <dgm:pt modelId="{FC2447C8-7318-414F-A023-FB321A79A8A7}" type="sibTrans" cxnId="{0693E60E-3A20-4C41-BD38-851817177D8C}">
      <dgm:prSet/>
      <dgm:spPr/>
      <dgm:t>
        <a:bodyPr/>
        <a:lstStyle/>
        <a:p>
          <a:endParaRPr lang="en-US"/>
        </a:p>
      </dgm:t>
    </dgm:pt>
    <dgm:pt modelId="{2E2E496D-2B3E-45BF-81E0-476421142DB1}">
      <dgm:prSet/>
      <dgm:spPr/>
      <dgm:t>
        <a:bodyPr/>
        <a:lstStyle/>
        <a:p>
          <a:r>
            <a:rPr lang="en-US"/>
            <a:t>This heart rate is averaged out every minute and populates a vector which will be our output</a:t>
          </a:r>
        </a:p>
      </dgm:t>
    </dgm:pt>
    <dgm:pt modelId="{D18B903F-2061-43C1-9711-7B4543CA07AC}" type="parTrans" cxnId="{0B03FC0C-AB9F-4895-849B-F3E61410965F}">
      <dgm:prSet/>
      <dgm:spPr/>
      <dgm:t>
        <a:bodyPr/>
        <a:lstStyle/>
        <a:p>
          <a:endParaRPr lang="en-US"/>
        </a:p>
      </dgm:t>
    </dgm:pt>
    <dgm:pt modelId="{A3ECF9C0-19FA-4B34-B2D7-914B8105A45D}" type="sibTrans" cxnId="{0B03FC0C-AB9F-4895-849B-F3E61410965F}">
      <dgm:prSet/>
      <dgm:spPr/>
      <dgm:t>
        <a:bodyPr/>
        <a:lstStyle/>
        <a:p>
          <a:endParaRPr lang="en-US"/>
        </a:p>
      </dgm:t>
    </dgm:pt>
    <dgm:pt modelId="{0D442ACA-27C9-BA4F-BC8E-8C825A8A60D9}" type="pres">
      <dgm:prSet presAssocID="{27AFC76D-62C0-4093-A4AA-3BFBA5CC1E5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A2BC106-967B-D847-A216-C1994F4C14F6}" type="pres">
      <dgm:prSet presAssocID="{989CB18B-BC07-45CA-ACB8-8FA7ECA6CC45}" presName="hierRoot1" presStyleCnt="0"/>
      <dgm:spPr/>
    </dgm:pt>
    <dgm:pt modelId="{8DB60253-E2B7-7E40-8DF0-1BC8857A7555}" type="pres">
      <dgm:prSet presAssocID="{989CB18B-BC07-45CA-ACB8-8FA7ECA6CC45}" presName="composite" presStyleCnt="0"/>
      <dgm:spPr/>
    </dgm:pt>
    <dgm:pt modelId="{28AB8E69-ECA0-C14C-A147-40D756CC7545}" type="pres">
      <dgm:prSet presAssocID="{989CB18B-BC07-45CA-ACB8-8FA7ECA6CC45}" presName="background" presStyleLbl="node0" presStyleIdx="0" presStyleCnt="3"/>
      <dgm:spPr/>
    </dgm:pt>
    <dgm:pt modelId="{1D481F00-7721-DD48-B2F7-E12F7F5A4920}" type="pres">
      <dgm:prSet presAssocID="{989CB18B-BC07-45CA-ACB8-8FA7ECA6CC45}" presName="text" presStyleLbl="fgAcc0" presStyleIdx="0" presStyleCnt="3">
        <dgm:presLayoutVars>
          <dgm:chPref val="3"/>
        </dgm:presLayoutVars>
      </dgm:prSet>
      <dgm:spPr/>
    </dgm:pt>
    <dgm:pt modelId="{BF615D56-AD2D-3042-A83A-F514BFD9FECE}" type="pres">
      <dgm:prSet presAssocID="{989CB18B-BC07-45CA-ACB8-8FA7ECA6CC45}" presName="hierChild2" presStyleCnt="0"/>
      <dgm:spPr/>
    </dgm:pt>
    <dgm:pt modelId="{06CC5A93-F4C2-7347-A481-772668D98BEC}" type="pres">
      <dgm:prSet presAssocID="{BBD09E85-3982-410A-93B1-9E8568FF83DD}" presName="hierRoot1" presStyleCnt="0"/>
      <dgm:spPr/>
    </dgm:pt>
    <dgm:pt modelId="{0D042DA7-8C71-C044-86B1-AA0531743F9B}" type="pres">
      <dgm:prSet presAssocID="{BBD09E85-3982-410A-93B1-9E8568FF83DD}" presName="composite" presStyleCnt="0"/>
      <dgm:spPr/>
    </dgm:pt>
    <dgm:pt modelId="{4E88472A-D1CC-FB4B-B750-FB026ED8421F}" type="pres">
      <dgm:prSet presAssocID="{BBD09E85-3982-410A-93B1-9E8568FF83DD}" presName="background" presStyleLbl="node0" presStyleIdx="1" presStyleCnt="3"/>
      <dgm:spPr/>
    </dgm:pt>
    <dgm:pt modelId="{C50B1727-2E5F-324D-BBA7-9EEC579CB366}" type="pres">
      <dgm:prSet presAssocID="{BBD09E85-3982-410A-93B1-9E8568FF83DD}" presName="text" presStyleLbl="fgAcc0" presStyleIdx="1" presStyleCnt="3">
        <dgm:presLayoutVars>
          <dgm:chPref val="3"/>
        </dgm:presLayoutVars>
      </dgm:prSet>
      <dgm:spPr/>
    </dgm:pt>
    <dgm:pt modelId="{8E32DBC1-09F9-0C44-8689-AF75999C5869}" type="pres">
      <dgm:prSet presAssocID="{BBD09E85-3982-410A-93B1-9E8568FF83DD}" presName="hierChild2" presStyleCnt="0"/>
      <dgm:spPr/>
    </dgm:pt>
    <dgm:pt modelId="{538AAA52-EA55-0547-A22C-16DEC8A6039D}" type="pres">
      <dgm:prSet presAssocID="{2E2E496D-2B3E-45BF-81E0-476421142DB1}" presName="hierRoot1" presStyleCnt="0"/>
      <dgm:spPr/>
    </dgm:pt>
    <dgm:pt modelId="{97DD58CB-F0F9-5143-AE96-7AC03534AA15}" type="pres">
      <dgm:prSet presAssocID="{2E2E496D-2B3E-45BF-81E0-476421142DB1}" presName="composite" presStyleCnt="0"/>
      <dgm:spPr/>
    </dgm:pt>
    <dgm:pt modelId="{D59B30FA-9C2D-0B4C-93F7-DA1667B69F06}" type="pres">
      <dgm:prSet presAssocID="{2E2E496D-2B3E-45BF-81E0-476421142DB1}" presName="background" presStyleLbl="node0" presStyleIdx="2" presStyleCnt="3"/>
      <dgm:spPr/>
    </dgm:pt>
    <dgm:pt modelId="{17E8D460-8A64-764A-84C9-E85B67EE1A1E}" type="pres">
      <dgm:prSet presAssocID="{2E2E496D-2B3E-45BF-81E0-476421142DB1}" presName="text" presStyleLbl="fgAcc0" presStyleIdx="2" presStyleCnt="3">
        <dgm:presLayoutVars>
          <dgm:chPref val="3"/>
        </dgm:presLayoutVars>
      </dgm:prSet>
      <dgm:spPr/>
    </dgm:pt>
    <dgm:pt modelId="{29D73818-C722-1B46-9458-EB7ABA80E9CB}" type="pres">
      <dgm:prSet presAssocID="{2E2E496D-2B3E-45BF-81E0-476421142DB1}" presName="hierChild2" presStyleCnt="0"/>
      <dgm:spPr/>
    </dgm:pt>
  </dgm:ptLst>
  <dgm:cxnLst>
    <dgm:cxn modelId="{0B03FC0C-AB9F-4895-849B-F3E61410965F}" srcId="{27AFC76D-62C0-4093-A4AA-3BFBA5CC1E5D}" destId="{2E2E496D-2B3E-45BF-81E0-476421142DB1}" srcOrd="2" destOrd="0" parTransId="{D18B903F-2061-43C1-9711-7B4543CA07AC}" sibTransId="{A3ECF9C0-19FA-4B34-B2D7-914B8105A45D}"/>
    <dgm:cxn modelId="{0693E60E-3A20-4C41-BD38-851817177D8C}" srcId="{27AFC76D-62C0-4093-A4AA-3BFBA5CC1E5D}" destId="{BBD09E85-3982-410A-93B1-9E8568FF83DD}" srcOrd="1" destOrd="0" parTransId="{F5490C7B-4835-48F0-A642-29144E292653}" sibTransId="{FC2447C8-7318-414F-A023-FB321A79A8A7}"/>
    <dgm:cxn modelId="{CFF27C1E-92FC-1448-BB72-B063939B06E6}" type="presOf" srcId="{BBD09E85-3982-410A-93B1-9E8568FF83DD}" destId="{C50B1727-2E5F-324D-BBA7-9EEC579CB366}" srcOrd="0" destOrd="0" presId="urn:microsoft.com/office/officeart/2005/8/layout/hierarchy1"/>
    <dgm:cxn modelId="{34020142-7F53-1B49-AE9D-BE61BA86871D}" type="presOf" srcId="{27AFC76D-62C0-4093-A4AA-3BFBA5CC1E5D}" destId="{0D442ACA-27C9-BA4F-BC8E-8C825A8A60D9}" srcOrd="0" destOrd="0" presId="urn:microsoft.com/office/officeart/2005/8/layout/hierarchy1"/>
    <dgm:cxn modelId="{4C4BE171-5107-DB4E-AC01-57FE1BF38DF9}" type="presOf" srcId="{2E2E496D-2B3E-45BF-81E0-476421142DB1}" destId="{17E8D460-8A64-764A-84C9-E85B67EE1A1E}" srcOrd="0" destOrd="0" presId="urn:microsoft.com/office/officeart/2005/8/layout/hierarchy1"/>
    <dgm:cxn modelId="{F1FF7979-393C-5044-B698-97FEBE80A774}" type="presOf" srcId="{989CB18B-BC07-45CA-ACB8-8FA7ECA6CC45}" destId="{1D481F00-7721-DD48-B2F7-E12F7F5A4920}" srcOrd="0" destOrd="0" presId="urn:microsoft.com/office/officeart/2005/8/layout/hierarchy1"/>
    <dgm:cxn modelId="{381CB582-0AFD-464F-A868-626D59EE67E7}" srcId="{27AFC76D-62C0-4093-A4AA-3BFBA5CC1E5D}" destId="{989CB18B-BC07-45CA-ACB8-8FA7ECA6CC45}" srcOrd="0" destOrd="0" parTransId="{A85DD5A2-8C36-4E25-AB6E-7CC74AEC8D11}" sibTransId="{7849319D-33DB-45B4-85CD-29FEDBC39E9A}"/>
    <dgm:cxn modelId="{8F1368D0-5D8F-B448-BF5B-37F2F8B9973A}" type="presParOf" srcId="{0D442ACA-27C9-BA4F-BC8E-8C825A8A60D9}" destId="{BA2BC106-967B-D847-A216-C1994F4C14F6}" srcOrd="0" destOrd="0" presId="urn:microsoft.com/office/officeart/2005/8/layout/hierarchy1"/>
    <dgm:cxn modelId="{6023BD60-E4A5-2F43-AF39-F8EFD363A705}" type="presParOf" srcId="{BA2BC106-967B-D847-A216-C1994F4C14F6}" destId="{8DB60253-E2B7-7E40-8DF0-1BC8857A7555}" srcOrd="0" destOrd="0" presId="urn:microsoft.com/office/officeart/2005/8/layout/hierarchy1"/>
    <dgm:cxn modelId="{C71A0D98-597A-0947-B720-6F97B60D754B}" type="presParOf" srcId="{8DB60253-E2B7-7E40-8DF0-1BC8857A7555}" destId="{28AB8E69-ECA0-C14C-A147-40D756CC7545}" srcOrd="0" destOrd="0" presId="urn:microsoft.com/office/officeart/2005/8/layout/hierarchy1"/>
    <dgm:cxn modelId="{1DC2E5DE-599B-834A-A807-38E78ED8C56B}" type="presParOf" srcId="{8DB60253-E2B7-7E40-8DF0-1BC8857A7555}" destId="{1D481F00-7721-DD48-B2F7-E12F7F5A4920}" srcOrd="1" destOrd="0" presId="urn:microsoft.com/office/officeart/2005/8/layout/hierarchy1"/>
    <dgm:cxn modelId="{0B683E9D-7393-4643-9134-BC1BFD682288}" type="presParOf" srcId="{BA2BC106-967B-D847-A216-C1994F4C14F6}" destId="{BF615D56-AD2D-3042-A83A-F514BFD9FECE}" srcOrd="1" destOrd="0" presId="urn:microsoft.com/office/officeart/2005/8/layout/hierarchy1"/>
    <dgm:cxn modelId="{49D8801B-BAA1-8A4F-9C22-0CA12CB58CEF}" type="presParOf" srcId="{0D442ACA-27C9-BA4F-BC8E-8C825A8A60D9}" destId="{06CC5A93-F4C2-7347-A481-772668D98BEC}" srcOrd="1" destOrd="0" presId="urn:microsoft.com/office/officeart/2005/8/layout/hierarchy1"/>
    <dgm:cxn modelId="{0DEC38E8-2386-FB42-97A7-95A6637AEC97}" type="presParOf" srcId="{06CC5A93-F4C2-7347-A481-772668D98BEC}" destId="{0D042DA7-8C71-C044-86B1-AA0531743F9B}" srcOrd="0" destOrd="0" presId="urn:microsoft.com/office/officeart/2005/8/layout/hierarchy1"/>
    <dgm:cxn modelId="{C745AA5A-F5FC-7846-8807-8ABF0AD81781}" type="presParOf" srcId="{0D042DA7-8C71-C044-86B1-AA0531743F9B}" destId="{4E88472A-D1CC-FB4B-B750-FB026ED8421F}" srcOrd="0" destOrd="0" presId="urn:microsoft.com/office/officeart/2005/8/layout/hierarchy1"/>
    <dgm:cxn modelId="{30819E2E-AEDD-7347-A181-2CE681E50957}" type="presParOf" srcId="{0D042DA7-8C71-C044-86B1-AA0531743F9B}" destId="{C50B1727-2E5F-324D-BBA7-9EEC579CB366}" srcOrd="1" destOrd="0" presId="urn:microsoft.com/office/officeart/2005/8/layout/hierarchy1"/>
    <dgm:cxn modelId="{101AF107-8B7E-9E41-A746-A0C3F5D4BE5A}" type="presParOf" srcId="{06CC5A93-F4C2-7347-A481-772668D98BEC}" destId="{8E32DBC1-09F9-0C44-8689-AF75999C5869}" srcOrd="1" destOrd="0" presId="urn:microsoft.com/office/officeart/2005/8/layout/hierarchy1"/>
    <dgm:cxn modelId="{F10F9F02-A985-6347-BB0D-742FF79ACC35}" type="presParOf" srcId="{0D442ACA-27C9-BA4F-BC8E-8C825A8A60D9}" destId="{538AAA52-EA55-0547-A22C-16DEC8A6039D}" srcOrd="2" destOrd="0" presId="urn:microsoft.com/office/officeart/2005/8/layout/hierarchy1"/>
    <dgm:cxn modelId="{BD908F6F-EA48-9348-92ED-B2B27B7AD78E}" type="presParOf" srcId="{538AAA52-EA55-0547-A22C-16DEC8A6039D}" destId="{97DD58CB-F0F9-5143-AE96-7AC03534AA15}" srcOrd="0" destOrd="0" presId="urn:microsoft.com/office/officeart/2005/8/layout/hierarchy1"/>
    <dgm:cxn modelId="{6B4858BC-10FA-7E44-B4BB-F994A53CEC47}" type="presParOf" srcId="{97DD58CB-F0F9-5143-AE96-7AC03534AA15}" destId="{D59B30FA-9C2D-0B4C-93F7-DA1667B69F06}" srcOrd="0" destOrd="0" presId="urn:microsoft.com/office/officeart/2005/8/layout/hierarchy1"/>
    <dgm:cxn modelId="{947A5DE2-5636-A24E-97BA-4BD97EE7BC87}" type="presParOf" srcId="{97DD58CB-F0F9-5143-AE96-7AC03534AA15}" destId="{17E8D460-8A64-764A-84C9-E85B67EE1A1E}" srcOrd="1" destOrd="0" presId="urn:microsoft.com/office/officeart/2005/8/layout/hierarchy1"/>
    <dgm:cxn modelId="{725F34FA-CF44-8A44-88EA-7435866D69EC}" type="presParOf" srcId="{538AAA52-EA55-0547-A22C-16DEC8A6039D}" destId="{29D73818-C722-1B46-9458-EB7ABA80E9C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A911FBE-9376-4313-8DC8-D2B0033400F6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36E705-FD2D-47C2-A30B-9F0DF4CD5E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Task-1, we are finding the louder words in the given audio samples using the start and end times.</a:t>
          </a:r>
        </a:p>
      </dgm:t>
    </dgm:pt>
    <dgm:pt modelId="{2B590D55-D98E-46CE-A8D4-1A88A1E3F6D3}" type="parTrans" cxnId="{0EFD15F4-DFAC-4CB4-9510-19C502E1229D}">
      <dgm:prSet/>
      <dgm:spPr/>
      <dgm:t>
        <a:bodyPr/>
        <a:lstStyle/>
        <a:p>
          <a:endParaRPr lang="en-US"/>
        </a:p>
      </dgm:t>
    </dgm:pt>
    <dgm:pt modelId="{CEFB9F7C-7934-4F64-AC60-3FC02D0F0F57}" type="sibTrans" cxnId="{0EFD15F4-DFAC-4CB4-9510-19C502E1229D}">
      <dgm:prSet/>
      <dgm:spPr/>
      <dgm:t>
        <a:bodyPr/>
        <a:lstStyle/>
        <a:p>
          <a:endParaRPr lang="en-US"/>
        </a:p>
      </dgm:t>
    </dgm:pt>
    <dgm:pt modelId="{D1BD9F43-EE9B-492D-8735-6B11D569AE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Task-2, we are finding the louder words in the given audio samples without using the start and end times. </a:t>
          </a:r>
        </a:p>
      </dgm:t>
    </dgm:pt>
    <dgm:pt modelId="{A23EF9DE-A81D-441A-9271-CF08C8E9B21E}" type="parTrans" cxnId="{8E60851F-7721-46BF-A386-422CA4F62ED5}">
      <dgm:prSet/>
      <dgm:spPr/>
      <dgm:t>
        <a:bodyPr/>
        <a:lstStyle/>
        <a:p>
          <a:endParaRPr lang="en-US"/>
        </a:p>
      </dgm:t>
    </dgm:pt>
    <dgm:pt modelId="{9A7F620F-FAB8-4F3B-A4F6-2F2735A60E53}" type="sibTrans" cxnId="{8E60851F-7721-46BF-A386-422CA4F62ED5}">
      <dgm:prSet/>
      <dgm:spPr/>
      <dgm:t>
        <a:bodyPr/>
        <a:lstStyle/>
        <a:p>
          <a:endParaRPr lang="en-US"/>
        </a:p>
      </dgm:t>
    </dgm:pt>
    <dgm:pt modelId="{1C54EB0C-28D6-4032-AC81-6D32F5113B58}" type="pres">
      <dgm:prSet presAssocID="{1A911FBE-9376-4313-8DC8-D2B0033400F6}" presName="root" presStyleCnt="0">
        <dgm:presLayoutVars>
          <dgm:dir/>
          <dgm:resizeHandles val="exact"/>
        </dgm:presLayoutVars>
      </dgm:prSet>
      <dgm:spPr/>
    </dgm:pt>
    <dgm:pt modelId="{1B98C7D0-552C-4EA9-BFE2-95A317984690}" type="pres">
      <dgm:prSet presAssocID="{1E36E705-FD2D-47C2-A30B-9F0DF4CD5E38}" presName="compNode" presStyleCnt="0"/>
      <dgm:spPr/>
    </dgm:pt>
    <dgm:pt modelId="{91D7CE65-6E24-4EDD-BB71-D50EA8C7AF66}" type="pres">
      <dgm:prSet presAssocID="{1E36E705-FD2D-47C2-A30B-9F0DF4CD5E3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C2012510-05D8-4077-81CD-02DFE011B3EF}" type="pres">
      <dgm:prSet presAssocID="{1E36E705-FD2D-47C2-A30B-9F0DF4CD5E38}" presName="spaceRect" presStyleCnt="0"/>
      <dgm:spPr/>
    </dgm:pt>
    <dgm:pt modelId="{EA2AB186-BCAB-46AF-B7E0-06CEFC35B7C8}" type="pres">
      <dgm:prSet presAssocID="{1E36E705-FD2D-47C2-A30B-9F0DF4CD5E38}" presName="textRect" presStyleLbl="revTx" presStyleIdx="0" presStyleCnt="2">
        <dgm:presLayoutVars>
          <dgm:chMax val="1"/>
          <dgm:chPref val="1"/>
        </dgm:presLayoutVars>
      </dgm:prSet>
      <dgm:spPr/>
    </dgm:pt>
    <dgm:pt modelId="{9F63364E-5376-4DB1-A401-2CA9CD5344D2}" type="pres">
      <dgm:prSet presAssocID="{CEFB9F7C-7934-4F64-AC60-3FC02D0F0F57}" presName="sibTrans" presStyleCnt="0"/>
      <dgm:spPr/>
    </dgm:pt>
    <dgm:pt modelId="{B6BE4922-F361-4852-A498-C66BEA2F47A6}" type="pres">
      <dgm:prSet presAssocID="{D1BD9F43-EE9B-492D-8735-6B11D569AE9E}" presName="compNode" presStyleCnt="0"/>
      <dgm:spPr/>
    </dgm:pt>
    <dgm:pt modelId="{A6D2A9D8-BBDA-4419-8A61-56A0D9ADAF6B}" type="pres">
      <dgm:prSet presAssocID="{D1BD9F43-EE9B-492D-8735-6B11D569AE9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4F32478D-E727-49EC-8689-616CD45137F5}" type="pres">
      <dgm:prSet presAssocID="{D1BD9F43-EE9B-492D-8735-6B11D569AE9E}" presName="spaceRect" presStyleCnt="0"/>
      <dgm:spPr/>
    </dgm:pt>
    <dgm:pt modelId="{768343F6-2DE3-4212-8CAF-B3C057BCD0FC}" type="pres">
      <dgm:prSet presAssocID="{D1BD9F43-EE9B-492D-8735-6B11D569AE9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E60851F-7721-46BF-A386-422CA4F62ED5}" srcId="{1A911FBE-9376-4313-8DC8-D2B0033400F6}" destId="{D1BD9F43-EE9B-492D-8735-6B11D569AE9E}" srcOrd="1" destOrd="0" parTransId="{A23EF9DE-A81D-441A-9271-CF08C8E9B21E}" sibTransId="{9A7F620F-FAB8-4F3B-A4F6-2F2735A60E53}"/>
    <dgm:cxn modelId="{06295E90-B162-4102-93B6-31BEC8BB0279}" type="presOf" srcId="{1A911FBE-9376-4313-8DC8-D2B0033400F6}" destId="{1C54EB0C-28D6-4032-AC81-6D32F5113B58}" srcOrd="0" destOrd="0" presId="urn:microsoft.com/office/officeart/2018/2/layout/IconLabelList"/>
    <dgm:cxn modelId="{4A993499-63E9-45D9-AEA4-5933A9F909B6}" type="presOf" srcId="{1E36E705-FD2D-47C2-A30B-9F0DF4CD5E38}" destId="{EA2AB186-BCAB-46AF-B7E0-06CEFC35B7C8}" srcOrd="0" destOrd="0" presId="urn:microsoft.com/office/officeart/2018/2/layout/IconLabelList"/>
    <dgm:cxn modelId="{D62525E6-45C8-443B-800D-DF27A01A7956}" type="presOf" srcId="{D1BD9F43-EE9B-492D-8735-6B11D569AE9E}" destId="{768343F6-2DE3-4212-8CAF-B3C057BCD0FC}" srcOrd="0" destOrd="0" presId="urn:microsoft.com/office/officeart/2018/2/layout/IconLabelList"/>
    <dgm:cxn modelId="{0EFD15F4-DFAC-4CB4-9510-19C502E1229D}" srcId="{1A911FBE-9376-4313-8DC8-D2B0033400F6}" destId="{1E36E705-FD2D-47C2-A30B-9F0DF4CD5E38}" srcOrd="0" destOrd="0" parTransId="{2B590D55-D98E-46CE-A8D4-1A88A1E3F6D3}" sibTransId="{CEFB9F7C-7934-4F64-AC60-3FC02D0F0F57}"/>
    <dgm:cxn modelId="{E40C206E-A7D7-4CBC-9519-72CD9BEE853A}" type="presParOf" srcId="{1C54EB0C-28D6-4032-AC81-6D32F5113B58}" destId="{1B98C7D0-552C-4EA9-BFE2-95A317984690}" srcOrd="0" destOrd="0" presId="urn:microsoft.com/office/officeart/2018/2/layout/IconLabelList"/>
    <dgm:cxn modelId="{3F402C3E-E3CB-45B7-89F9-83D6FC9437B7}" type="presParOf" srcId="{1B98C7D0-552C-4EA9-BFE2-95A317984690}" destId="{91D7CE65-6E24-4EDD-BB71-D50EA8C7AF66}" srcOrd="0" destOrd="0" presId="urn:microsoft.com/office/officeart/2018/2/layout/IconLabelList"/>
    <dgm:cxn modelId="{10607955-50F0-45FB-AA56-04C280811270}" type="presParOf" srcId="{1B98C7D0-552C-4EA9-BFE2-95A317984690}" destId="{C2012510-05D8-4077-81CD-02DFE011B3EF}" srcOrd="1" destOrd="0" presId="urn:microsoft.com/office/officeart/2018/2/layout/IconLabelList"/>
    <dgm:cxn modelId="{87F57764-F98E-42D5-821D-65AD8E372151}" type="presParOf" srcId="{1B98C7D0-552C-4EA9-BFE2-95A317984690}" destId="{EA2AB186-BCAB-46AF-B7E0-06CEFC35B7C8}" srcOrd="2" destOrd="0" presId="urn:microsoft.com/office/officeart/2018/2/layout/IconLabelList"/>
    <dgm:cxn modelId="{72FEF9AD-B246-4053-BB83-CC368CAD5945}" type="presParOf" srcId="{1C54EB0C-28D6-4032-AC81-6D32F5113B58}" destId="{9F63364E-5376-4DB1-A401-2CA9CD5344D2}" srcOrd="1" destOrd="0" presId="urn:microsoft.com/office/officeart/2018/2/layout/IconLabelList"/>
    <dgm:cxn modelId="{124CBC1D-338E-4868-8789-C91EE2725326}" type="presParOf" srcId="{1C54EB0C-28D6-4032-AC81-6D32F5113B58}" destId="{B6BE4922-F361-4852-A498-C66BEA2F47A6}" srcOrd="2" destOrd="0" presId="urn:microsoft.com/office/officeart/2018/2/layout/IconLabelList"/>
    <dgm:cxn modelId="{D64636D9-7FA8-4C92-9DAC-705B4DF41CD3}" type="presParOf" srcId="{B6BE4922-F361-4852-A498-C66BEA2F47A6}" destId="{A6D2A9D8-BBDA-4419-8A61-56A0D9ADAF6B}" srcOrd="0" destOrd="0" presId="urn:microsoft.com/office/officeart/2018/2/layout/IconLabelList"/>
    <dgm:cxn modelId="{7FDDF1E6-88E1-42BD-8300-6F5C4B8E6F6F}" type="presParOf" srcId="{B6BE4922-F361-4852-A498-C66BEA2F47A6}" destId="{4F32478D-E727-49EC-8689-616CD45137F5}" srcOrd="1" destOrd="0" presId="urn:microsoft.com/office/officeart/2018/2/layout/IconLabelList"/>
    <dgm:cxn modelId="{CCF0B5C2-849E-4D72-A6C2-E1CE246A8A87}" type="presParOf" srcId="{B6BE4922-F361-4852-A498-C66BEA2F47A6}" destId="{768343F6-2DE3-4212-8CAF-B3C057BCD0F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7D5D304-666B-421F-96A1-6393B6425260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9251226-9DBD-41FB-894E-442C23A8C83F}">
      <dgm:prSet/>
      <dgm:spPr/>
      <dgm:t>
        <a:bodyPr/>
        <a:lstStyle/>
        <a:p>
          <a:r>
            <a:rPr lang="en-US"/>
            <a:t>For first subtask I am first finding rms energy of each word using its start time and end time .</a:t>
          </a:r>
        </a:p>
      </dgm:t>
    </dgm:pt>
    <dgm:pt modelId="{A1321E33-A19C-49A8-8AE5-09E22E1C47E2}" type="parTrans" cxnId="{E0B1FEC7-AB2E-44A6-AE43-70A6228687DC}">
      <dgm:prSet/>
      <dgm:spPr/>
      <dgm:t>
        <a:bodyPr/>
        <a:lstStyle/>
        <a:p>
          <a:endParaRPr lang="en-US"/>
        </a:p>
      </dgm:t>
    </dgm:pt>
    <dgm:pt modelId="{4AF61185-A40E-4264-8114-2AC40D18DB7E}" type="sibTrans" cxnId="{E0B1FEC7-AB2E-44A6-AE43-70A6228687DC}">
      <dgm:prSet/>
      <dgm:spPr/>
      <dgm:t>
        <a:bodyPr/>
        <a:lstStyle/>
        <a:p>
          <a:endParaRPr lang="en-US"/>
        </a:p>
      </dgm:t>
    </dgm:pt>
    <dgm:pt modelId="{785A0B2D-9A7F-4EBC-8048-534F5154F4F9}">
      <dgm:prSet/>
      <dgm:spPr/>
      <dgm:t>
        <a:bodyPr/>
        <a:lstStyle/>
        <a:p>
          <a:r>
            <a:rPr lang="en-US"/>
            <a:t>Then I am setting a threshold value which filters out the loud words from other words.</a:t>
          </a:r>
        </a:p>
      </dgm:t>
    </dgm:pt>
    <dgm:pt modelId="{9FBD32AF-AA8F-4CCD-B1B5-D4F2B2A17047}" type="parTrans" cxnId="{1759677E-1703-4EC6-A860-AA3E04CF1098}">
      <dgm:prSet/>
      <dgm:spPr/>
      <dgm:t>
        <a:bodyPr/>
        <a:lstStyle/>
        <a:p>
          <a:endParaRPr lang="en-US"/>
        </a:p>
      </dgm:t>
    </dgm:pt>
    <dgm:pt modelId="{73E537CA-C6F4-4B99-88B6-3B670F3EBF08}" type="sibTrans" cxnId="{1759677E-1703-4EC6-A860-AA3E04CF1098}">
      <dgm:prSet/>
      <dgm:spPr/>
      <dgm:t>
        <a:bodyPr/>
        <a:lstStyle/>
        <a:p>
          <a:endParaRPr lang="en-US"/>
        </a:p>
      </dgm:t>
    </dgm:pt>
    <dgm:pt modelId="{C5A218D1-78F1-4F30-BC4B-D71479E13C23}">
      <dgm:prSet/>
      <dgm:spPr/>
      <dgm:t>
        <a:bodyPr/>
        <a:lstStyle/>
        <a:p>
          <a:r>
            <a:rPr lang="en-US"/>
            <a:t>Then I have plotted all the words in a histogram where words marked red are having high sounds</a:t>
          </a:r>
        </a:p>
      </dgm:t>
    </dgm:pt>
    <dgm:pt modelId="{5B9BE6B8-2459-4086-A839-CC7C8D803DB1}" type="parTrans" cxnId="{A9BE6AB9-6B6A-428C-94F2-3D97FABC0F5B}">
      <dgm:prSet/>
      <dgm:spPr/>
      <dgm:t>
        <a:bodyPr/>
        <a:lstStyle/>
        <a:p>
          <a:endParaRPr lang="en-US"/>
        </a:p>
      </dgm:t>
    </dgm:pt>
    <dgm:pt modelId="{8A278039-5C6C-40A4-95DC-E41547DA30EC}" type="sibTrans" cxnId="{A9BE6AB9-6B6A-428C-94F2-3D97FABC0F5B}">
      <dgm:prSet/>
      <dgm:spPr/>
      <dgm:t>
        <a:bodyPr/>
        <a:lstStyle/>
        <a:p>
          <a:endParaRPr lang="en-US"/>
        </a:p>
      </dgm:t>
    </dgm:pt>
    <dgm:pt modelId="{B2E450A6-EF02-D046-8A3B-9B3110969012}" type="pres">
      <dgm:prSet presAssocID="{97D5D304-666B-421F-96A1-6393B642526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70947ED-AB2E-9946-91E3-FA62E10D53C2}" type="pres">
      <dgm:prSet presAssocID="{E9251226-9DBD-41FB-894E-442C23A8C83F}" presName="hierRoot1" presStyleCnt="0"/>
      <dgm:spPr/>
    </dgm:pt>
    <dgm:pt modelId="{287201FC-D524-204F-914D-F464CE96AB50}" type="pres">
      <dgm:prSet presAssocID="{E9251226-9DBD-41FB-894E-442C23A8C83F}" presName="composite" presStyleCnt="0"/>
      <dgm:spPr/>
    </dgm:pt>
    <dgm:pt modelId="{207D973B-288C-3445-A7CB-96EBE2072817}" type="pres">
      <dgm:prSet presAssocID="{E9251226-9DBD-41FB-894E-442C23A8C83F}" presName="background" presStyleLbl="node0" presStyleIdx="0" presStyleCnt="3"/>
      <dgm:spPr/>
    </dgm:pt>
    <dgm:pt modelId="{FAAB4F98-C1E8-2C4C-9697-6717BD87DFDF}" type="pres">
      <dgm:prSet presAssocID="{E9251226-9DBD-41FB-894E-442C23A8C83F}" presName="text" presStyleLbl="fgAcc0" presStyleIdx="0" presStyleCnt="3">
        <dgm:presLayoutVars>
          <dgm:chPref val="3"/>
        </dgm:presLayoutVars>
      </dgm:prSet>
      <dgm:spPr/>
    </dgm:pt>
    <dgm:pt modelId="{31318CF2-AA98-6146-B93C-AE8486D77C55}" type="pres">
      <dgm:prSet presAssocID="{E9251226-9DBD-41FB-894E-442C23A8C83F}" presName="hierChild2" presStyleCnt="0"/>
      <dgm:spPr/>
    </dgm:pt>
    <dgm:pt modelId="{20EF8AA7-1BBC-8D4D-8B33-E8F914D5BA25}" type="pres">
      <dgm:prSet presAssocID="{785A0B2D-9A7F-4EBC-8048-534F5154F4F9}" presName="hierRoot1" presStyleCnt="0"/>
      <dgm:spPr/>
    </dgm:pt>
    <dgm:pt modelId="{951FF19C-0E10-1A46-AAD9-EA5ED24E5445}" type="pres">
      <dgm:prSet presAssocID="{785A0B2D-9A7F-4EBC-8048-534F5154F4F9}" presName="composite" presStyleCnt="0"/>
      <dgm:spPr/>
    </dgm:pt>
    <dgm:pt modelId="{2C3D9C3F-48D3-3D40-ABEE-4E906F9F1536}" type="pres">
      <dgm:prSet presAssocID="{785A0B2D-9A7F-4EBC-8048-534F5154F4F9}" presName="background" presStyleLbl="node0" presStyleIdx="1" presStyleCnt="3"/>
      <dgm:spPr/>
    </dgm:pt>
    <dgm:pt modelId="{CF259589-0BC0-7F40-9CCF-486EDF093D98}" type="pres">
      <dgm:prSet presAssocID="{785A0B2D-9A7F-4EBC-8048-534F5154F4F9}" presName="text" presStyleLbl="fgAcc0" presStyleIdx="1" presStyleCnt="3">
        <dgm:presLayoutVars>
          <dgm:chPref val="3"/>
        </dgm:presLayoutVars>
      </dgm:prSet>
      <dgm:spPr/>
    </dgm:pt>
    <dgm:pt modelId="{3427E3D0-0F58-8546-9567-BB16B8CE0A1B}" type="pres">
      <dgm:prSet presAssocID="{785A0B2D-9A7F-4EBC-8048-534F5154F4F9}" presName="hierChild2" presStyleCnt="0"/>
      <dgm:spPr/>
    </dgm:pt>
    <dgm:pt modelId="{267AA857-0E97-414E-88F1-FB2564DB1BE4}" type="pres">
      <dgm:prSet presAssocID="{C5A218D1-78F1-4F30-BC4B-D71479E13C23}" presName="hierRoot1" presStyleCnt="0"/>
      <dgm:spPr/>
    </dgm:pt>
    <dgm:pt modelId="{A5A8BA91-EB30-3B4F-AF08-CC36FA20EBEF}" type="pres">
      <dgm:prSet presAssocID="{C5A218D1-78F1-4F30-BC4B-D71479E13C23}" presName="composite" presStyleCnt="0"/>
      <dgm:spPr/>
    </dgm:pt>
    <dgm:pt modelId="{DE2DB1EA-B41A-8346-8632-5F08A0A448C5}" type="pres">
      <dgm:prSet presAssocID="{C5A218D1-78F1-4F30-BC4B-D71479E13C23}" presName="background" presStyleLbl="node0" presStyleIdx="2" presStyleCnt="3"/>
      <dgm:spPr/>
    </dgm:pt>
    <dgm:pt modelId="{1B167767-6E53-274F-9186-A03CDE190084}" type="pres">
      <dgm:prSet presAssocID="{C5A218D1-78F1-4F30-BC4B-D71479E13C23}" presName="text" presStyleLbl="fgAcc0" presStyleIdx="2" presStyleCnt="3">
        <dgm:presLayoutVars>
          <dgm:chPref val="3"/>
        </dgm:presLayoutVars>
      </dgm:prSet>
      <dgm:spPr/>
    </dgm:pt>
    <dgm:pt modelId="{24EDB92B-E1DD-6A49-8089-6664F6C4D5BD}" type="pres">
      <dgm:prSet presAssocID="{C5A218D1-78F1-4F30-BC4B-D71479E13C23}" presName="hierChild2" presStyleCnt="0"/>
      <dgm:spPr/>
    </dgm:pt>
  </dgm:ptLst>
  <dgm:cxnLst>
    <dgm:cxn modelId="{52B03B06-4A01-DF4C-91DF-0D30B94C5F5F}" type="presOf" srcId="{785A0B2D-9A7F-4EBC-8048-534F5154F4F9}" destId="{CF259589-0BC0-7F40-9CCF-486EDF093D98}" srcOrd="0" destOrd="0" presId="urn:microsoft.com/office/officeart/2005/8/layout/hierarchy1"/>
    <dgm:cxn modelId="{7A7FE56C-41F9-C34F-BCA1-B52116AEEC90}" type="presOf" srcId="{97D5D304-666B-421F-96A1-6393B6425260}" destId="{B2E450A6-EF02-D046-8A3B-9B3110969012}" srcOrd="0" destOrd="0" presId="urn:microsoft.com/office/officeart/2005/8/layout/hierarchy1"/>
    <dgm:cxn modelId="{1759677E-1703-4EC6-A860-AA3E04CF1098}" srcId="{97D5D304-666B-421F-96A1-6393B6425260}" destId="{785A0B2D-9A7F-4EBC-8048-534F5154F4F9}" srcOrd="1" destOrd="0" parTransId="{9FBD32AF-AA8F-4CCD-B1B5-D4F2B2A17047}" sibTransId="{73E537CA-C6F4-4B99-88B6-3B670F3EBF08}"/>
    <dgm:cxn modelId="{81774F86-80DC-5747-87F1-42ED98BA5EBC}" type="presOf" srcId="{C5A218D1-78F1-4F30-BC4B-D71479E13C23}" destId="{1B167767-6E53-274F-9186-A03CDE190084}" srcOrd="0" destOrd="0" presId="urn:microsoft.com/office/officeart/2005/8/layout/hierarchy1"/>
    <dgm:cxn modelId="{A9BE6AB9-6B6A-428C-94F2-3D97FABC0F5B}" srcId="{97D5D304-666B-421F-96A1-6393B6425260}" destId="{C5A218D1-78F1-4F30-BC4B-D71479E13C23}" srcOrd="2" destOrd="0" parTransId="{5B9BE6B8-2459-4086-A839-CC7C8D803DB1}" sibTransId="{8A278039-5C6C-40A4-95DC-E41547DA30EC}"/>
    <dgm:cxn modelId="{E0B1FEC7-AB2E-44A6-AE43-70A6228687DC}" srcId="{97D5D304-666B-421F-96A1-6393B6425260}" destId="{E9251226-9DBD-41FB-894E-442C23A8C83F}" srcOrd="0" destOrd="0" parTransId="{A1321E33-A19C-49A8-8AE5-09E22E1C47E2}" sibTransId="{4AF61185-A40E-4264-8114-2AC40D18DB7E}"/>
    <dgm:cxn modelId="{13A74FF6-A402-9445-85E7-406277ECA9CA}" type="presOf" srcId="{E9251226-9DBD-41FB-894E-442C23A8C83F}" destId="{FAAB4F98-C1E8-2C4C-9697-6717BD87DFDF}" srcOrd="0" destOrd="0" presId="urn:microsoft.com/office/officeart/2005/8/layout/hierarchy1"/>
    <dgm:cxn modelId="{6E5796EA-54E8-B24F-81E5-4BA5E66F3302}" type="presParOf" srcId="{B2E450A6-EF02-D046-8A3B-9B3110969012}" destId="{070947ED-AB2E-9946-91E3-FA62E10D53C2}" srcOrd="0" destOrd="0" presId="urn:microsoft.com/office/officeart/2005/8/layout/hierarchy1"/>
    <dgm:cxn modelId="{9B0C8E69-CF0E-FE40-AFF0-3A787A27E9D0}" type="presParOf" srcId="{070947ED-AB2E-9946-91E3-FA62E10D53C2}" destId="{287201FC-D524-204F-914D-F464CE96AB50}" srcOrd="0" destOrd="0" presId="urn:microsoft.com/office/officeart/2005/8/layout/hierarchy1"/>
    <dgm:cxn modelId="{89069F5D-6F96-9040-A8E2-CCFBA6A4E63C}" type="presParOf" srcId="{287201FC-D524-204F-914D-F464CE96AB50}" destId="{207D973B-288C-3445-A7CB-96EBE2072817}" srcOrd="0" destOrd="0" presId="urn:microsoft.com/office/officeart/2005/8/layout/hierarchy1"/>
    <dgm:cxn modelId="{D8A84EDE-FB0F-5840-8EC9-EAE1E0251ED3}" type="presParOf" srcId="{287201FC-D524-204F-914D-F464CE96AB50}" destId="{FAAB4F98-C1E8-2C4C-9697-6717BD87DFDF}" srcOrd="1" destOrd="0" presId="urn:microsoft.com/office/officeart/2005/8/layout/hierarchy1"/>
    <dgm:cxn modelId="{5E56D50D-1BFB-E645-8C14-94C98A4F8D07}" type="presParOf" srcId="{070947ED-AB2E-9946-91E3-FA62E10D53C2}" destId="{31318CF2-AA98-6146-B93C-AE8486D77C55}" srcOrd="1" destOrd="0" presId="urn:microsoft.com/office/officeart/2005/8/layout/hierarchy1"/>
    <dgm:cxn modelId="{FE531FC3-CC92-8741-BADD-BA8D5630CF8A}" type="presParOf" srcId="{B2E450A6-EF02-D046-8A3B-9B3110969012}" destId="{20EF8AA7-1BBC-8D4D-8B33-E8F914D5BA25}" srcOrd="1" destOrd="0" presId="urn:microsoft.com/office/officeart/2005/8/layout/hierarchy1"/>
    <dgm:cxn modelId="{9716F8C6-5990-FA47-9EA3-0E35F7852286}" type="presParOf" srcId="{20EF8AA7-1BBC-8D4D-8B33-E8F914D5BA25}" destId="{951FF19C-0E10-1A46-AAD9-EA5ED24E5445}" srcOrd="0" destOrd="0" presId="urn:microsoft.com/office/officeart/2005/8/layout/hierarchy1"/>
    <dgm:cxn modelId="{DA8AAC35-EB72-4B4F-8772-267EEFED13F4}" type="presParOf" srcId="{951FF19C-0E10-1A46-AAD9-EA5ED24E5445}" destId="{2C3D9C3F-48D3-3D40-ABEE-4E906F9F1536}" srcOrd="0" destOrd="0" presId="urn:microsoft.com/office/officeart/2005/8/layout/hierarchy1"/>
    <dgm:cxn modelId="{6EB2A83D-829C-0B4C-A248-D914A6E9F752}" type="presParOf" srcId="{951FF19C-0E10-1A46-AAD9-EA5ED24E5445}" destId="{CF259589-0BC0-7F40-9CCF-486EDF093D98}" srcOrd="1" destOrd="0" presId="urn:microsoft.com/office/officeart/2005/8/layout/hierarchy1"/>
    <dgm:cxn modelId="{20E3AFB8-506F-E448-BD38-EFF3CD7B802B}" type="presParOf" srcId="{20EF8AA7-1BBC-8D4D-8B33-E8F914D5BA25}" destId="{3427E3D0-0F58-8546-9567-BB16B8CE0A1B}" srcOrd="1" destOrd="0" presId="urn:microsoft.com/office/officeart/2005/8/layout/hierarchy1"/>
    <dgm:cxn modelId="{30493AEF-FDCD-974D-87DA-3DD652499315}" type="presParOf" srcId="{B2E450A6-EF02-D046-8A3B-9B3110969012}" destId="{267AA857-0E97-414E-88F1-FB2564DB1BE4}" srcOrd="2" destOrd="0" presId="urn:microsoft.com/office/officeart/2005/8/layout/hierarchy1"/>
    <dgm:cxn modelId="{8C2BF25F-C919-044B-8ADA-0CFA56754017}" type="presParOf" srcId="{267AA857-0E97-414E-88F1-FB2564DB1BE4}" destId="{A5A8BA91-EB30-3B4F-AF08-CC36FA20EBEF}" srcOrd="0" destOrd="0" presId="urn:microsoft.com/office/officeart/2005/8/layout/hierarchy1"/>
    <dgm:cxn modelId="{2A8065BD-4B7E-D049-A4DE-DF59A25E8EB8}" type="presParOf" srcId="{A5A8BA91-EB30-3B4F-AF08-CC36FA20EBEF}" destId="{DE2DB1EA-B41A-8346-8632-5F08A0A448C5}" srcOrd="0" destOrd="0" presId="urn:microsoft.com/office/officeart/2005/8/layout/hierarchy1"/>
    <dgm:cxn modelId="{58F6DEA7-B28C-3346-83AE-FF8DC2B937B8}" type="presParOf" srcId="{A5A8BA91-EB30-3B4F-AF08-CC36FA20EBEF}" destId="{1B167767-6E53-274F-9186-A03CDE190084}" srcOrd="1" destOrd="0" presId="urn:microsoft.com/office/officeart/2005/8/layout/hierarchy1"/>
    <dgm:cxn modelId="{A1D31E60-54DE-9F40-A342-EA2F31CB6075}" type="presParOf" srcId="{267AA857-0E97-414E-88F1-FB2564DB1BE4}" destId="{24EDB92B-E1DD-6A49-8089-6664F6C4D5B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491A91-67B9-D245-8573-93ECEFF57078}">
      <dsp:nvSpPr>
        <dsp:cNvPr id="0" name=""/>
        <dsp:cNvSpPr/>
      </dsp:nvSpPr>
      <dsp:spPr>
        <a:xfrm>
          <a:off x="0" y="485224"/>
          <a:ext cx="2886075" cy="18326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17FA45-A598-0A48-BAA4-1D42F26B1AFE}">
      <dsp:nvSpPr>
        <dsp:cNvPr id="0" name=""/>
        <dsp:cNvSpPr/>
      </dsp:nvSpPr>
      <dsp:spPr>
        <a:xfrm>
          <a:off x="320675" y="789865"/>
          <a:ext cx="2886075" cy="18326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To distinguish we need to Compare the Nature of FFTs of given samples with the Test Samples and Identify the Bird</a:t>
          </a:r>
          <a:endParaRPr lang="en-US" sz="2000" kern="1200"/>
        </a:p>
      </dsp:txBody>
      <dsp:txXfrm>
        <a:off x="374352" y="843542"/>
        <a:ext cx="2778721" cy="1725303"/>
      </dsp:txXfrm>
    </dsp:sp>
    <dsp:sp modelId="{1C8E5251-56D4-5441-9285-A69E9751F5A4}">
      <dsp:nvSpPr>
        <dsp:cNvPr id="0" name=""/>
        <dsp:cNvSpPr/>
      </dsp:nvSpPr>
      <dsp:spPr>
        <a:xfrm>
          <a:off x="3527425" y="485224"/>
          <a:ext cx="2886075" cy="18326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40F2ED-B734-8540-A931-6CFCD044C807}">
      <dsp:nvSpPr>
        <dsp:cNvPr id="0" name=""/>
        <dsp:cNvSpPr/>
      </dsp:nvSpPr>
      <dsp:spPr>
        <a:xfrm>
          <a:off x="3848099" y="789865"/>
          <a:ext cx="2886075" cy="18326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So by </a:t>
          </a:r>
          <a:r>
            <a:rPr lang="en-IN" sz="2000" kern="1200" dirty="0" err="1"/>
            <a:t>oberseving</a:t>
          </a:r>
          <a:r>
            <a:rPr lang="en-IN" sz="2000" kern="1200" dirty="0"/>
            <a:t> the FFTs we can Differentiate them on the basis of Peaks</a:t>
          </a:r>
          <a:endParaRPr lang="en-US" sz="2000" kern="1200" dirty="0"/>
        </a:p>
      </dsp:txBody>
      <dsp:txXfrm>
        <a:off x="3901776" y="843542"/>
        <a:ext cx="2778721" cy="1725303"/>
      </dsp:txXfrm>
    </dsp:sp>
    <dsp:sp modelId="{04D58D28-3560-6840-A8F3-DF7110EBFB11}">
      <dsp:nvSpPr>
        <dsp:cNvPr id="0" name=""/>
        <dsp:cNvSpPr/>
      </dsp:nvSpPr>
      <dsp:spPr>
        <a:xfrm>
          <a:off x="7054850" y="485224"/>
          <a:ext cx="2886075" cy="18326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DF32E2-D128-F94E-9867-45B0F7EC459B}">
      <dsp:nvSpPr>
        <dsp:cNvPr id="0" name=""/>
        <dsp:cNvSpPr/>
      </dsp:nvSpPr>
      <dsp:spPr>
        <a:xfrm>
          <a:off x="7375524" y="789865"/>
          <a:ext cx="2886075" cy="18326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We normalise the FFT magnitude and Analyse no. of peaks above a certain threshold.</a:t>
          </a:r>
          <a:endParaRPr lang="en-US" sz="2000" kern="1200" dirty="0"/>
        </a:p>
      </dsp:txBody>
      <dsp:txXfrm>
        <a:off x="7429201" y="843542"/>
        <a:ext cx="2778721" cy="17253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AB8E69-ECA0-C14C-A147-40D756CC7545}">
      <dsp:nvSpPr>
        <dsp:cNvPr id="0" name=""/>
        <dsp:cNvSpPr/>
      </dsp:nvSpPr>
      <dsp:spPr>
        <a:xfrm>
          <a:off x="0" y="485224"/>
          <a:ext cx="2886075" cy="18326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481F00-7721-DD48-B2F7-E12F7F5A4920}">
      <dsp:nvSpPr>
        <dsp:cNvPr id="0" name=""/>
        <dsp:cNvSpPr/>
      </dsp:nvSpPr>
      <dsp:spPr>
        <a:xfrm>
          <a:off x="320675" y="789865"/>
          <a:ext cx="2886075" cy="18326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To help with this task, we made a function named ECG_HRConverter.</a:t>
          </a:r>
        </a:p>
      </dsp:txBody>
      <dsp:txXfrm>
        <a:off x="374352" y="843542"/>
        <a:ext cx="2778721" cy="1725303"/>
      </dsp:txXfrm>
    </dsp:sp>
    <dsp:sp modelId="{4E88472A-D1CC-FB4B-B750-FB026ED8421F}">
      <dsp:nvSpPr>
        <dsp:cNvPr id="0" name=""/>
        <dsp:cNvSpPr/>
      </dsp:nvSpPr>
      <dsp:spPr>
        <a:xfrm>
          <a:off x="3527425" y="485224"/>
          <a:ext cx="2886075" cy="18326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0B1727-2E5F-324D-BBA7-9EEC579CB366}">
      <dsp:nvSpPr>
        <dsp:cNvPr id="0" name=""/>
        <dsp:cNvSpPr/>
      </dsp:nvSpPr>
      <dsp:spPr>
        <a:xfrm>
          <a:off x="3848099" y="789865"/>
          <a:ext cx="2886075" cy="18326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This function finds R peaks using findpeaks function in matlab and then calculates the heart rate.</a:t>
          </a:r>
        </a:p>
      </dsp:txBody>
      <dsp:txXfrm>
        <a:off x="3901776" y="843542"/>
        <a:ext cx="2778721" cy="1725303"/>
      </dsp:txXfrm>
    </dsp:sp>
    <dsp:sp modelId="{D59B30FA-9C2D-0B4C-93F7-DA1667B69F06}">
      <dsp:nvSpPr>
        <dsp:cNvPr id="0" name=""/>
        <dsp:cNvSpPr/>
      </dsp:nvSpPr>
      <dsp:spPr>
        <a:xfrm>
          <a:off x="7054850" y="485224"/>
          <a:ext cx="2886075" cy="18326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E8D460-8A64-764A-84C9-E85B67EE1A1E}">
      <dsp:nvSpPr>
        <dsp:cNvPr id="0" name=""/>
        <dsp:cNvSpPr/>
      </dsp:nvSpPr>
      <dsp:spPr>
        <a:xfrm>
          <a:off x="7375524" y="789865"/>
          <a:ext cx="2886075" cy="18326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This heart rate is averaged out every minute and populates a vector which will be our output</a:t>
          </a:r>
        </a:p>
      </dsp:txBody>
      <dsp:txXfrm>
        <a:off x="7429201" y="843542"/>
        <a:ext cx="2778721" cy="17253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D7CE65-6E24-4EDD-BB71-D50EA8C7AF66}">
      <dsp:nvSpPr>
        <dsp:cNvPr id="0" name=""/>
        <dsp:cNvSpPr/>
      </dsp:nvSpPr>
      <dsp:spPr>
        <a:xfrm>
          <a:off x="994707" y="192247"/>
          <a:ext cx="1589625" cy="15896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2AB186-BCAB-46AF-B7E0-06CEFC35B7C8}">
      <dsp:nvSpPr>
        <dsp:cNvPr id="0" name=""/>
        <dsp:cNvSpPr/>
      </dsp:nvSpPr>
      <dsp:spPr>
        <a:xfrm>
          <a:off x="23270" y="2189735"/>
          <a:ext cx="353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For Task-1, we are finding the louder words in the given audio samples using the start and end times.</a:t>
          </a:r>
        </a:p>
      </dsp:txBody>
      <dsp:txXfrm>
        <a:off x="23270" y="2189735"/>
        <a:ext cx="3532500" cy="720000"/>
      </dsp:txXfrm>
    </dsp:sp>
    <dsp:sp modelId="{A6D2A9D8-BBDA-4419-8A61-56A0D9ADAF6B}">
      <dsp:nvSpPr>
        <dsp:cNvPr id="0" name=""/>
        <dsp:cNvSpPr/>
      </dsp:nvSpPr>
      <dsp:spPr>
        <a:xfrm>
          <a:off x="5145395" y="192247"/>
          <a:ext cx="1589625" cy="15896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8343F6-2DE3-4212-8CAF-B3C057BCD0FC}">
      <dsp:nvSpPr>
        <dsp:cNvPr id="0" name=""/>
        <dsp:cNvSpPr/>
      </dsp:nvSpPr>
      <dsp:spPr>
        <a:xfrm>
          <a:off x="4173957" y="2189735"/>
          <a:ext cx="353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For Task-2, we are finding the louder words in the given audio samples without using the start and end times. </a:t>
          </a:r>
        </a:p>
      </dsp:txBody>
      <dsp:txXfrm>
        <a:off x="4173957" y="2189735"/>
        <a:ext cx="35325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7D973B-288C-3445-A7CB-96EBE2072817}">
      <dsp:nvSpPr>
        <dsp:cNvPr id="0" name=""/>
        <dsp:cNvSpPr/>
      </dsp:nvSpPr>
      <dsp:spPr>
        <a:xfrm>
          <a:off x="0" y="485224"/>
          <a:ext cx="2886075" cy="18326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AB4F98-C1E8-2C4C-9697-6717BD87DFDF}">
      <dsp:nvSpPr>
        <dsp:cNvPr id="0" name=""/>
        <dsp:cNvSpPr/>
      </dsp:nvSpPr>
      <dsp:spPr>
        <a:xfrm>
          <a:off x="320675" y="789865"/>
          <a:ext cx="2886075" cy="18326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For first subtask I am first finding rms energy of each word using its start time and end time .</a:t>
          </a:r>
        </a:p>
      </dsp:txBody>
      <dsp:txXfrm>
        <a:off x="374352" y="843542"/>
        <a:ext cx="2778721" cy="1725303"/>
      </dsp:txXfrm>
    </dsp:sp>
    <dsp:sp modelId="{2C3D9C3F-48D3-3D40-ABEE-4E906F9F1536}">
      <dsp:nvSpPr>
        <dsp:cNvPr id="0" name=""/>
        <dsp:cNvSpPr/>
      </dsp:nvSpPr>
      <dsp:spPr>
        <a:xfrm>
          <a:off x="3527425" y="485224"/>
          <a:ext cx="2886075" cy="18326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259589-0BC0-7F40-9CCF-486EDF093D98}">
      <dsp:nvSpPr>
        <dsp:cNvPr id="0" name=""/>
        <dsp:cNvSpPr/>
      </dsp:nvSpPr>
      <dsp:spPr>
        <a:xfrm>
          <a:off x="3848100" y="789865"/>
          <a:ext cx="2886075" cy="18326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Then I am setting a threshold value which filters out the loud words from other words.</a:t>
          </a:r>
        </a:p>
      </dsp:txBody>
      <dsp:txXfrm>
        <a:off x="3901777" y="843542"/>
        <a:ext cx="2778721" cy="1725303"/>
      </dsp:txXfrm>
    </dsp:sp>
    <dsp:sp modelId="{DE2DB1EA-B41A-8346-8632-5F08A0A448C5}">
      <dsp:nvSpPr>
        <dsp:cNvPr id="0" name=""/>
        <dsp:cNvSpPr/>
      </dsp:nvSpPr>
      <dsp:spPr>
        <a:xfrm>
          <a:off x="7054850" y="485224"/>
          <a:ext cx="2886075" cy="18326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167767-6E53-274F-9186-A03CDE190084}">
      <dsp:nvSpPr>
        <dsp:cNvPr id="0" name=""/>
        <dsp:cNvSpPr/>
      </dsp:nvSpPr>
      <dsp:spPr>
        <a:xfrm>
          <a:off x="7375525" y="789865"/>
          <a:ext cx="2886075" cy="18326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Then I have plotted all the words in a histogram where words marked red are having high sounds</a:t>
          </a:r>
        </a:p>
      </dsp:txBody>
      <dsp:txXfrm>
        <a:off x="7429202" y="843542"/>
        <a:ext cx="2778721" cy="17253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35922-7916-2140-A362-96EFA98B78E8}" type="datetimeFigureOut">
              <a:rPr lang="en-US" smtClean="0"/>
              <a:t>12/2/24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9F33CD-E639-E34C-9ACB-BE6AD0766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9F33CD-E639-E34C-9ACB-BE6AD0766D1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74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9F33CD-E639-E34C-9ACB-BE6AD0766D1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720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A83AE-B4E9-E453-06C2-BF73A2354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CD49CF-0C25-32AE-40DF-3E5BD4410E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4E072B-802F-1CFB-40C5-A5744AF69D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DD69D-6399-A6A8-20FD-3FBC3E409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9F33CD-E639-E34C-9ACB-BE6AD0766D1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568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44428-F321-32C2-C142-03A9666C4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22869D-81D4-F992-2330-F011F3B83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8A1741-1283-46A2-437B-64DA36235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325E1-295A-EB92-F1A3-96175F850B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9F33CD-E639-E34C-9ACB-BE6AD0766D1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368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F423A-A71B-3E87-F69F-5A7FACDB1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2B4EF0-F59A-E307-94B6-C18AF0969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2198AC-090B-627E-AC22-D120AC388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B4E6F-5D2C-BDA6-195E-636DFBB56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9F33CD-E639-E34C-9ACB-BE6AD0766D1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8530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AE32C-3DC4-BF1F-BE59-B364A0BBB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F206D9-2AFC-E3CD-9FC4-A5805E5B7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C69AF4-A73C-9097-E66F-7426A3627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60396-C780-1B06-95E6-4372288303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9F33CD-E639-E34C-9ACB-BE6AD0766D1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358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12/2/24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12/2/24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12/2/24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12/2/24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12/2/24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12/2/24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12/2/24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12/2/24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12/2/24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12/2/24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12/2/24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12/2/24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_wave_(electrocardiography)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cgwaves.com/ecg-normal-p-wave-qrs-complex-st-segment-t-wave-j-point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7D3A4E0-C908-4EA9-ABDF-E82AD6BDE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0D27A4-459A-1763-CC55-2C652E11D8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363323"/>
            <a:ext cx="8991600" cy="1692771"/>
          </a:xfrm>
        </p:spPr>
        <p:txBody>
          <a:bodyPr>
            <a:normAutofit/>
          </a:bodyPr>
          <a:lstStyle/>
          <a:p>
            <a:r>
              <a:rPr lang="en-US" dirty="0"/>
              <a:t>SP-Project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95648C-5C6F-3693-3887-08E0565B2D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9220" y="5374888"/>
            <a:ext cx="3995955" cy="758282"/>
          </a:xfrm>
        </p:spPr>
        <p:txBody>
          <a:bodyPr>
            <a:normAutofit/>
          </a:bodyPr>
          <a:lstStyle/>
          <a:p>
            <a:pPr algn="r"/>
            <a:r>
              <a:rPr lang="en-US" sz="2800" dirty="0" err="1">
                <a:solidFill>
                  <a:schemeClr val="bg1"/>
                </a:solidFill>
              </a:rPr>
              <a:t>FourYear</a:t>
            </a:r>
            <a:r>
              <a:rPr lang="en-US" sz="2800" dirty="0">
                <a:solidFill>
                  <a:schemeClr val="bg1"/>
                </a:solidFill>
              </a:rPr>
              <a:t> Transforms</a:t>
            </a:r>
          </a:p>
        </p:txBody>
      </p:sp>
    </p:spTree>
    <p:extLst>
      <p:ext uri="{BB962C8B-B14F-4D97-AF65-F5344CB8AC3E}">
        <p14:creationId xmlns:p14="http://schemas.microsoft.com/office/powerpoint/2010/main" val="411106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B64CE-F788-3221-B7DF-A96B9704D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Part-1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5EF3E-53D5-0B4C-73A1-B77C85AA6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4350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4EAA2-683F-1983-5DB5-267911C7B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5496" y="978776"/>
            <a:ext cx="5925310" cy="1174991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400"/>
              <a:t>Problem statement</a:t>
            </a:r>
          </a:p>
        </p:txBody>
      </p:sp>
      <p:pic>
        <p:nvPicPr>
          <p:cNvPr id="10" name="Picture 9" descr="Bird landing on a tree">
            <a:extLst>
              <a:ext uri="{FF2B5EF4-FFF2-40B4-BE49-F238E27FC236}">
                <a16:creationId xmlns:a16="http://schemas.microsoft.com/office/drawing/2014/main" id="{B2616EA0-77BD-A816-12E9-685106F8C8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94" r="36357" b="1"/>
          <a:stretch/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AD3961-354E-48FD-4416-79A3CF08C289}"/>
              </a:ext>
            </a:extLst>
          </p:cNvPr>
          <p:cNvSpPr txBox="1"/>
          <p:nvPr/>
        </p:nvSpPr>
        <p:spPr>
          <a:xfrm>
            <a:off x="5445496" y="2640692"/>
            <a:ext cx="5925310" cy="32552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We are Given Audio Samples of 3 Birds and by Analysis of those that we have to Predict Bird in the Given Test Audios</a:t>
            </a:r>
          </a:p>
        </p:txBody>
      </p:sp>
    </p:spTree>
    <p:extLst>
      <p:ext uri="{BB962C8B-B14F-4D97-AF65-F5344CB8AC3E}">
        <p14:creationId xmlns:p14="http://schemas.microsoft.com/office/powerpoint/2010/main" val="2943980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69DB5-5E56-52F9-D0BF-83E45E37D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FFT of given samples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08A0F1-A53A-22D2-552B-E4B0147E74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135" y="2325421"/>
            <a:ext cx="7716115" cy="3721418"/>
          </a:xfrm>
        </p:spPr>
      </p:pic>
    </p:spTree>
    <p:extLst>
      <p:ext uri="{BB962C8B-B14F-4D97-AF65-F5344CB8AC3E}">
        <p14:creationId xmlns:p14="http://schemas.microsoft.com/office/powerpoint/2010/main" val="1740160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4A73F-2D64-2ACF-DCAE-BD1E35E43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Method to distinguish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631C892C-9AA6-5410-B634-51CDFD5B31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6039695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7563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0D3E6-5147-DA44-5D4D-BE9836974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640079"/>
            <a:ext cx="3402531" cy="5272242"/>
          </a:xfrm>
        </p:spPr>
        <p:txBody>
          <a:bodyPr>
            <a:normAutofit/>
          </a:bodyPr>
          <a:lstStyle/>
          <a:p>
            <a:r>
              <a:rPr lang="en-IN" dirty="0"/>
              <a:t>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8DB72-6B2C-6596-4723-D8BD2E0BC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2103" y="640079"/>
            <a:ext cx="6883072" cy="2834737"/>
          </a:xfrm>
        </p:spPr>
        <p:txBody>
          <a:bodyPr>
            <a:normAutofit/>
          </a:bodyPr>
          <a:lstStyle/>
          <a:p>
            <a:endParaRPr lang="en-IN" dirty="0"/>
          </a:p>
          <a:p>
            <a:r>
              <a:rPr lang="en-IN" dirty="0"/>
              <a:t>After Plotting FFT of given Samples, we observe that we can distinguish them based Number of Peaks in Normalised FFT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We choose a Threshold for our Analysis and We can say that if our Test Audio has 0-130 Peaks it is Bird1,if it has 130-400 Peaks it is Bird 2 and if more than this it is Bird 3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CEEC20-4A12-5DB1-593A-B5BD6114E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856" y="4129640"/>
            <a:ext cx="6883071" cy="1201533"/>
          </a:xfrm>
          <a:prstGeom prst="rect">
            <a:avLst/>
          </a:prstGeom>
          <a:ln w="31750" cap="sq">
            <a:solidFill>
              <a:srgbClr val="FFFFF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504484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30BC020-BDBF-49EB-9898-BAB5BF559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950C64-5D81-40F1-9601-8BA0D63BA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17E12-C014-DD3F-2BF1-5649BFF60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781241"/>
            <a:ext cx="7729729" cy="855406"/>
          </a:xfrm>
          <a:noFill/>
          <a:ln>
            <a:solidFill>
              <a:schemeClr val="bg1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Final 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6C0006-5D4F-E85E-A939-93413C626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249816"/>
            <a:ext cx="4334934" cy="1363406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A38EAB-94DE-7F27-B1A2-1E010C1184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56867" y="885717"/>
            <a:ext cx="4334934" cy="20916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8D912E-B7FE-A8F8-4380-E86F33191576}"/>
              </a:ext>
            </a:extLst>
          </p:cNvPr>
          <p:cNvSpPr txBox="1"/>
          <p:nvPr/>
        </p:nvSpPr>
        <p:spPr>
          <a:xfrm>
            <a:off x="2238412" y="4846076"/>
            <a:ext cx="7715177" cy="1271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Our Code has predicted the Species in Test Samples F1-F8</a:t>
            </a: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It can be verified by Observing The FFT plots of those Test Samples</a:t>
            </a:r>
          </a:p>
        </p:txBody>
      </p:sp>
    </p:spTree>
    <p:extLst>
      <p:ext uri="{BB962C8B-B14F-4D97-AF65-F5344CB8AC3E}">
        <p14:creationId xmlns:p14="http://schemas.microsoft.com/office/powerpoint/2010/main" val="2239280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62C3C-6F05-32A6-BB6F-D59A3C96C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Part-2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E0726-2C0C-FBF1-CDB1-4683CE380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985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272CE-A3D0-04C5-1086-BDB9D0965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5894832" cy="1188720"/>
          </a:xfrm>
        </p:spPr>
        <p:txBody>
          <a:bodyPr>
            <a:norm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B4FA2-E46D-5FA7-224F-1C8A0EF49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3" y="2638044"/>
            <a:ext cx="5963317" cy="3263206"/>
          </a:xfrm>
        </p:spPr>
        <p:txBody>
          <a:bodyPr>
            <a:normAutofit/>
          </a:bodyPr>
          <a:lstStyle/>
          <a:p>
            <a:r>
              <a:rPr lang="en-US" dirty="0"/>
              <a:t>We are given 3 ECG waves, out of which 2 are noisy</a:t>
            </a:r>
          </a:p>
          <a:p>
            <a:r>
              <a:rPr lang="en-US" dirty="0"/>
              <a:t>We are tasked to find out the heart rate estimations per minute for each of these ECG waves.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9398A9-0D0D-4901-BDDF-B3D93CECA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6706" y="964692"/>
            <a:ext cx="3986784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1FEC3B-E514-4E21-B2CB-7903A7356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1298" y="1128683"/>
            <a:ext cx="3657600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with a line&#10;&#10;Description automatically generated">
            <a:extLst>
              <a:ext uri="{FF2B5EF4-FFF2-40B4-BE49-F238E27FC236}">
                <a16:creationId xmlns:a16="http://schemas.microsoft.com/office/drawing/2014/main" id="{5C741E80-20E5-D66D-FC33-877DAFF0C0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715890" y="1768763"/>
            <a:ext cx="3328416" cy="332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096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2B14A4-0F3F-DFCF-85FB-FF74AC53C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72804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HR from ECG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5F2F5-28B2-52EB-A146-76B6D29CC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38044"/>
            <a:ext cx="3363974" cy="34156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 every task we have to find out the heart rate (HR) estimation from ECG wave(s).</a:t>
            </a:r>
          </a:p>
          <a:p>
            <a:r>
              <a:rPr lang="en-US" dirty="0">
                <a:solidFill>
                  <a:schemeClr val="bg1"/>
                </a:solidFill>
              </a:rPr>
              <a:t>From ECG graph we can deduce the heart rate by finding out the RR interval</a:t>
            </a:r>
          </a:p>
          <a:p>
            <a:r>
              <a:rPr lang="en-US" dirty="0">
                <a:solidFill>
                  <a:schemeClr val="bg1"/>
                </a:solidFill>
              </a:rPr>
              <a:t>HR = 60/</a:t>
            </a:r>
            <a:r>
              <a:rPr lang="en-US" dirty="0" err="1">
                <a:solidFill>
                  <a:schemeClr val="bg1"/>
                </a:solidFill>
              </a:rPr>
              <a:t>RR_interval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 descr="A diagram of a normal pulse&#10;&#10;Description automatically generated">
            <a:extLst>
              <a:ext uri="{FF2B5EF4-FFF2-40B4-BE49-F238E27FC236}">
                <a16:creationId xmlns:a16="http://schemas.microsoft.com/office/drawing/2014/main" id="{7EECEA83-5CEA-1864-3F68-DDE9EDACF2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297763" y="1332693"/>
            <a:ext cx="6250769" cy="403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697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4F7F1-B475-F733-C304-074025F41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US" dirty="0" err="1"/>
              <a:t>ECG_HRConverter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987930-0024-8666-2793-5F8AAB5C09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0388734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4218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47AD4-77A0-48EA-F92C-3239ED5F0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0" y="978776"/>
            <a:ext cx="3044953" cy="1174991"/>
          </a:xfrm>
        </p:spPr>
        <p:txBody>
          <a:bodyPr>
            <a:normAutofit/>
          </a:bodyPr>
          <a:lstStyle/>
          <a:p>
            <a:r>
              <a:rPr lang="en-US" sz="2000"/>
              <a:t>Task-1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D6602-83DD-622B-5697-A1F8499F7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0" y="2640692"/>
            <a:ext cx="3044952" cy="3255252"/>
          </a:xfrm>
        </p:spPr>
        <p:txBody>
          <a:bodyPr>
            <a:normAutofit/>
          </a:bodyPr>
          <a:lstStyle/>
          <a:p>
            <a:r>
              <a:rPr lang="en-US" sz="1600" dirty="0"/>
              <a:t>In this task we are required to find out HR for a non noisy ECG E1.</a:t>
            </a:r>
          </a:p>
          <a:p>
            <a:r>
              <a:rPr lang="en-US" sz="1600" dirty="0"/>
              <a:t>This is a straight forward task, when we employ our custom built function.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A88300D-152C-6AD1-9125-B830EED228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18"/>
          <a:stretch/>
        </p:blipFill>
        <p:spPr>
          <a:xfrm>
            <a:off x="4654296" y="10"/>
            <a:ext cx="7537704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528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930BC020-BDBF-49EB-9898-BAB5BF559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4950C64-5D81-40F1-9601-8BA0D63BA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AC1996-547C-6302-894F-EFEFD778C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781241"/>
            <a:ext cx="7729729" cy="855406"/>
          </a:xfrm>
          <a:noFill/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Task-2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955324CE-7966-C304-C8C0-15D430C6EE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" r="520" b="-1"/>
          <a:stretch/>
        </p:blipFill>
        <p:spPr>
          <a:xfrm>
            <a:off x="937374" y="643467"/>
            <a:ext cx="2832718" cy="2576105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6E886828-F057-2D84-4070-FD2E1F500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558" y="643468"/>
            <a:ext cx="2830883" cy="2576104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B0E316CC-7199-BB47-3F7A-B1A63F7909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1061" y="643468"/>
            <a:ext cx="2854409" cy="257610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9152D-01B7-9CE7-83EC-ACFEA1011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8412" y="4846076"/>
            <a:ext cx="7715177" cy="127155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Both E2 and E3 signals are noisy.  This becomes apparent when we take a look at its FFT.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A </a:t>
            </a:r>
            <a:r>
              <a:rPr lang="en-US" sz="1500" u="sng" dirty="0">
                <a:solidFill>
                  <a:schemeClr val="bg1"/>
                </a:solidFill>
              </a:rPr>
              <a:t>low pass filter with cutoff frequency 30hz </a:t>
            </a:r>
            <a:r>
              <a:rPr lang="en-US" sz="1500" dirty="0">
                <a:solidFill>
                  <a:schemeClr val="bg1"/>
                </a:solidFill>
              </a:rPr>
              <a:t>is enough to filter E2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An additional </a:t>
            </a:r>
            <a:r>
              <a:rPr lang="en-US" sz="1500" u="sng" dirty="0">
                <a:solidFill>
                  <a:schemeClr val="bg1"/>
                </a:solidFill>
              </a:rPr>
              <a:t>notch filter for 22hz </a:t>
            </a:r>
            <a:r>
              <a:rPr lang="en-US" sz="1500" dirty="0">
                <a:solidFill>
                  <a:schemeClr val="bg1"/>
                </a:solidFill>
              </a:rPr>
              <a:t>is employed for E3.</a:t>
            </a:r>
          </a:p>
        </p:txBody>
      </p:sp>
    </p:spTree>
    <p:extLst>
      <p:ext uri="{BB962C8B-B14F-4D97-AF65-F5344CB8AC3E}">
        <p14:creationId xmlns:p14="http://schemas.microsoft.com/office/powerpoint/2010/main" val="1269976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4E44F273-1DE8-1826-3A0F-7727B9516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386" y="1838828"/>
            <a:ext cx="3517119" cy="320057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C5F90E5A-0EFB-1E7F-6946-3532D262F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1" y="1846952"/>
            <a:ext cx="3537345" cy="319245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B7A8EBC9-76D5-9A53-9E85-E2FA2620A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336" y="1838828"/>
            <a:ext cx="3517120" cy="317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23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EDB95023-F12E-8842-D660-824635C93E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7783" y="804334"/>
            <a:ext cx="5816434" cy="524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270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17349-0F77-5E69-F319-C5F641870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Part-3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14A97-C99E-440C-0654-805BFDB97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572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B098-D5CA-D743-E5BA-5291EF713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F3DE4D8-37BD-42FB-BE08-505C2F3C1A9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31136" y="2638044"/>
          <a:ext cx="7729728" cy="3101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3257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EEE9C-BC13-8BFA-B89C-AA97ACF37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US" dirty="0"/>
              <a:t>Task-1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45AF25-1FFC-DEE9-A8C5-7795AC271B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4743037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1505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E05D0-47FA-51E8-D747-B8B0197C4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task-1 results</a:t>
            </a:r>
          </a:p>
        </p:txBody>
      </p:sp>
      <p:pic>
        <p:nvPicPr>
          <p:cNvPr id="14" name="Picture 13" descr="A screenshot of a computer&#10;&#10;Description automatically generated">
            <a:extLst>
              <a:ext uri="{FF2B5EF4-FFF2-40B4-BE49-F238E27FC236}">
                <a16:creationId xmlns:a16="http://schemas.microsoft.com/office/drawing/2014/main" id="{C3F74195-F2F8-82B3-8F14-710493DC7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2053" y="2100189"/>
            <a:ext cx="5527893" cy="520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39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9FB46-0D01-E929-DE41-CFA638B32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Task-1 results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0B30A6EF-560D-D181-2D37-68250BFC3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358" y="1996440"/>
            <a:ext cx="5843283" cy="519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72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AB64B-CB99-1FB9-64C0-A93A70067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Task-1 results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F6E851E-62EC-CDC2-5C4D-EA1C2DBE5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465" y="2153412"/>
            <a:ext cx="5467070" cy="497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968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B15D-395B-CB44-C568-C069BD8FB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Task-1 results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D6BE67C-B6EB-41E9-76AE-9FB3A775F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2153412"/>
            <a:ext cx="5486400" cy="500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024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C069-0FFC-5EC3-0E19-1D8362E5C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Task-1 results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6D03C96A-45A7-1DB9-099D-CFE716F38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160" y="2042161"/>
            <a:ext cx="566928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420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CE438-038A-7C40-64F9-F930C2547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Task-1 results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2C18ECE6-3B01-16B9-1D71-E781424B4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520" y="2146555"/>
            <a:ext cx="5471160" cy="511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249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C5F8F-08BC-B8F7-2CF2-C22F165BB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Task-1 results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DCC4E194-B418-8B25-2673-F63C1D1C4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299" y="2024462"/>
            <a:ext cx="5895402" cy="536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2514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1CDE1-073F-38F5-6DBF-EF3FB4D56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3B527-14DA-448F-E9AF-5DA3AAB5F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Task-1 results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CD2651C7-E1ED-87D9-6A22-6E7A70599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376" y="1938147"/>
            <a:ext cx="6121248" cy="553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6603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3CA99-860B-F9F6-AD8D-D1E8CBBD5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07ED9-C0DD-3652-0CD0-9AB77033A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Task-1 results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8E993D8-9A2F-AABD-714A-D3C1C54A6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370" y="2037589"/>
            <a:ext cx="6575499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1019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A3A5C-9D58-D826-36C6-16FB7EB69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Task-2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CBB27-717B-694E-0290-EB67035AD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69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E269A-820C-C257-4D64-3A554C3F6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5E89E-2C93-A99C-0C7C-B607281ED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Task-2 results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B9228443-619F-868E-3232-F801F347C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76" y="2153412"/>
            <a:ext cx="5023424" cy="45674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076500-5FFB-93DC-C7DF-608485563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065" y="2153412"/>
            <a:ext cx="5174277" cy="470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8883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B355C-5A8C-A5C3-261B-6DED46766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34104-B711-8B2A-B4B6-DE6E9D6C2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Task-2 results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81D9D9B1-816D-1B09-DC5B-83A744806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" y="2042160"/>
            <a:ext cx="5595888" cy="5055108"/>
          </a:xfrm>
          <a:prstGeom prst="rect">
            <a:avLst/>
          </a:prstGeom>
        </p:spPr>
      </p:pic>
      <p:pic>
        <p:nvPicPr>
          <p:cNvPr id="8" name="Picture 7" descr="A screen shot of a graph&#10;&#10;Description automatically generated">
            <a:extLst>
              <a:ext uri="{FF2B5EF4-FFF2-40B4-BE49-F238E27FC236}">
                <a16:creationId xmlns:a16="http://schemas.microsoft.com/office/drawing/2014/main" id="{E933D7D0-6636-A139-3D18-A09A13034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048" y="2042160"/>
            <a:ext cx="5559792" cy="505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5971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4DDA5-BE00-B65C-53C4-D9064A619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F60B6-022F-18A3-96F3-61A375F00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Task-2 results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A61A2ED0-E7D8-4F24-7A78-367DD9624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53412"/>
            <a:ext cx="5946504" cy="5029963"/>
          </a:xfrm>
          <a:prstGeom prst="rect">
            <a:avLst/>
          </a:prstGeom>
        </p:spPr>
      </p:pic>
      <p:pic>
        <p:nvPicPr>
          <p:cNvPr id="7" name="Picture 6" descr="A screen shot of a graph&#10;&#10;Description automatically generated">
            <a:extLst>
              <a:ext uri="{FF2B5EF4-FFF2-40B4-BE49-F238E27FC236}">
                <a16:creationId xmlns:a16="http://schemas.microsoft.com/office/drawing/2014/main" id="{6EF98342-18AB-D078-3607-73992540A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104" y="2153412"/>
            <a:ext cx="5026296" cy="470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733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D2DDB-4CDC-4170-B10B-A648642F4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D3C0C-90EB-D4C9-7D67-A3C350E5E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Task-2 results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BCC96C56-908D-1B46-3F69-E5FC47048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45209"/>
            <a:ext cx="5897881" cy="5318760"/>
          </a:xfrm>
          <a:prstGeom prst="rect">
            <a:avLst/>
          </a:prstGeom>
        </p:spPr>
      </p:pic>
      <p:pic>
        <p:nvPicPr>
          <p:cNvPr id="8" name="Picture 7" descr="A screen shot of a graph&#10;&#10;Description automatically generated">
            <a:extLst>
              <a:ext uri="{FF2B5EF4-FFF2-40B4-BE49-F238E27FC236}">
                <a16:creationId xmlns:a16="http://schemas.microsoft.com/office/drawing/2014/main" id="{281228DB-8FD3-370C-CF7E-4928003EC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320" y="2153412"/>
            <a:ext cx="5212080" cy="497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5945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2F60F-73CC-460E-533A-58EA0D1E8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150B0-4D95-1514-3669-B41DB9404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Task-2 results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261790D-8655-2C88-C8DF-D4B501E8D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79" y="2108455"/>
            <a:ext cx="5654041" cy="5192268"/>
          </a:xfrm>
          <a:prstGeom prst="rect">
            <a:avLst/>
          </a:prstGeom>
        </p:spPr>
      </p:pic>
      <p:pic>
        <p:nvPicPr>
          <p:cNvPr id="7" name="Picture 6" descr="A screen shot of a graph&#10;&#10;Description automatically generated">
            <a:extLst>
              <a:ext uri="{FF2B5EF4-FFF2-40B4-BE49-F238E27FC236}">
                <a16:creationId xmlns:a16="http://schemas.microsoft.com/office/drawing/2014/main" id="{642EBD92-3D59-FAF4-AD6C-6D2876536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01775"/>
            <a:ext cx="5654041" cy="529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5182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1BD0A-6A02-BFA1-3ABA-A2C807CC4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A2492-3FE8-7B40-2086-A3F862DC2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Task-2 results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655FF21E-D4DE-1840-4D49-30A5C643B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79" y="1833372"/>
            <a:ext cx="5684521" cy="5436108"/>
          </a:xfrm>
          <a:prstGeom prst="rect">
            <a:avLst/>
          </a:prstGeom>
        </p:spPr>
      </p:pic>
      <p:pic>
        <p:nvPicPr>
          <p:cNvPr id="8" name="Picture 7" descr="A screen shot of a graph&#10;&#10;Description automatically generated">
            <a:extLst>
              <a:ext uri="{FF2B5EF4-FFF2-40B4-BE49-F238E27FC236}">
                <a16:creationId xmlns:a16="http://schemas.microsoft.com/office/drawing/2014/main" id="{1382BE40-AC64-DB15-7E9C-062F73FA97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885" y="1833372"/>
            <a:ext cx="6247014" cy="543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1850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650C7-65EE-E031-F023-B146E3F79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04166-0E76-CE89-28B8-C2FA5C2BB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Task-2 results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C5AD64E1-4D2E-CE22-3C57-60763BB7D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79" y="2153412"/>
            <a:ext cx="5630619" cy="4994148"/>
          </a:xfrm>
          <a:prstGeom prst="rect">
            <a:avLst/>
          </a:prstGeom>
        </p:spPr>
      </p:pic>
      <p:pic>
        <p:nvPicPr>
          <p:cNvPr id="7" name="Picture 6" descr="A screen shot of a graph&#10;&#10;Description automatically generated">
            <a:extLst>
              <a:ext uri="{FF2B5EF4-FFF2-40B4-BE49-F238E27FC236}">
                <a16:creationId xmlns:a16="http://schemas.microsoft.com/office/drawing/2014/main" id="{4D1BD3C2-DC43-4B2F-D455-B462CFB53D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8902" y="2153412"/>
            <a:ext cx="5630619" cy="499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1023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ABD64-C82E-A58C-ABE1-D0EF0926F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AA7C5-831F-8CBC-C36E-8A861BA8E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Task-2 results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0F4C253F-018C-CB1A-6271-38778BFA1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02" y="2153412"/>
            <a:ext cx="5607198" cy="5098211"/>
          </a:xfrm>
          <a:prstGeom prst="rect">
            <a:avLst/>
          </a:prstGeom>
        </p:spPr>
      </p:pic>
      <p:pic>
        <p:nvPicPr>
          <p:cNvPr id="8" name="Picture 7" descr="A screen shot of a graph&#10;&#10;Description automatically generated">
            <a:extLst>
              <a:ext uri="{FF2B5EF4-FFF2-40B4-BE49-F238E27FC236}">
                <a16:creationId xmlns:a16="http://schemas.microsoft.com/office/drawing/2014/main" id="{7BBC2163-80B3-EC6C-0FF0-EBED584A6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141" y="2153412"/>
            <a:ext cx="5919057" cy="509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0297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D15D8-BBAF-83B9-6A94-266893552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8F372-2068-94B5-B2D9-0EAAD94EA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Task-2 results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904AEF21-80F1-C521-E9EF-5882D16DD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02" y="2153412"/>
            <a:ext cx="5607198" cy="5098211"/>
          </a:xfrm>
          <a:prstGeom prst="rect">
            <a:avLst/>
          </a:prstGeom>
        </p:spPr>
      </p:pic>
      <p:pic>
        <p:nvPicPr>
          <p:cNvPr id="8" name="Picture 7" descr="A screen shot of a graph&#10;&#10;Description automatically generated">
            <a:extLst>
              <a:ext uri="{FF2B5EF4-FFF2-40B4-BE49-F238E27FC236}">
                <a16:creationId xmlns:a16="http://schemas.microsoft.com/office/drawing/2014/main" id="{F470661D-C111-3F86-9020-566E9332E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141" y="2153412"/>
            <a:ext cx="5919057" cy="509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7019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168</TotalTime>
  <Words>532</Words>
  <Application>Microsoft Macintosh PowerPoint</Application>
  <PresentationFormat>Widescreen</PresentationFormat>
  <Paragraphs>71</Paragraphs>
  <Slides>37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Aptos</vt:lpstr>
      <vt:lpstr>Arial</vt:lpstr>
      <vt:lpstr>Gill Sans MT</vt:lpstr>
      <vt:lpstr>Parcel</vt:lpstr>
      <vt:lpstr>SP-Project</vt:lpstr>
      <vt:lpstr>Part-1</vt:lpstr>
      <vt:lpstr>Problem statement</vt:lpstr>
      <vt:lpstr>FFT of given samples</vt:lpstr>
      <vt:lpstr>Method to distinguish</vt:lpstr>
      <vt:lpstr>Method</vt:lpstr>
      <vt:lpstr>Final Result</vt:lpstr>
      <vt:lpstr>Part-2</vt:lpstr>
      <vt:lpstr>Problem statement</vt:lpstr>
      <vt:lpstr>HR from ECG</vt:lpstr>
      <vt:lpstr>ECG_HRConverter</vt:lpstr>
      <vt:lpstr>Task-1</vt:lpstr>
      <vt:lpstr>Task-2</vt:lpstr>
      <vt:lpstr>PowerPoint Presentation</vt:lpstr>
      <vt:lpstr>PowerPoint Presentation</vt:lpstr>
      <vt:lpstr>Part-3</vt:lpstr>
      <vt:lpstr>Problem statement</vt:lpstr>
      <vt:lpstr>Task-1</vt:lpstr>
      <vt:lpstr>task-1 results</vt:lpstr>
      <vt:lpstr>Task-1 results</vt:lpstr>
      <vt:lpstr>Task-1 results</vt:lpstr>
      <vt:lpstr>Task-1 results</vt:lpstr>
      <vt:lpstr>Task-1 results</vt:lpstr>
      <vt:lpstr>Task-1 results</vt:lpstr>
      <vt:lpstr>Task-1 results</vt:lpstr>
      <vt:lpstr>Task-1 results</vt:lpstr>
      <vt:lpstr>Task-1 results</vt:lpstr>
      <vt:lpstr>Task-2</vt:lpstr>
      <vt:lpstr>Task-2 results</vt:lpstr>
      <vt:lpstr>Task-2 results</vt:lpstr>
      <vt:lpstr>Task-2 results</vt:lpstr>
      <vt:lpstr>Task-2 results</vt:lpstr>
      <vt:lpstr>Task-2 results</vt:lpstr>
      <vt:lpstr>Task-2 results</vt:lpstr>
      <vt:lpstr>Task-2 results</vt:lpstr>
      <vt:lpstr>Task-2 results</vt:lpstr>
      <vt:lpstr>Task-2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Sai Rithvik</dc:creator>
  <cp:lastModifiedBy>A Sai Rithvik</cp:lastModifiedBy>
  <cp:revision>7</cp:revision>
  <dcterms:created xsi:type="dcterms:W3CDTF">2024-12-01T18:13:00Z</dcterms:created>
  <dcterms:modified xsi:type="dcterms:W3CDTF">2024-12-02T07:20:03Z</dcterms:modified>
</cp:coreProperties>
</file>